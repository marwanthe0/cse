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14"/>
  </p:notesMasterIdLst>
  <p:sldIdLst>
    <p:sldId id="414" r:id="rId3"/>
    <p:sldId id="257" r:id="rId4"/>
    <p:sldId id="402" r:id="rId5"/>
    <p:sldId id="403" r:id="rId6"/>
    <p:sldId id="404" r:id="rId7"/>
    <p:sldId id="409" r:id="rId8"/>
    <p:sldId id="410" r:id="rId9"/>
    <p:sldId id="411" r:id="rId10"/>
    <p:sldId id="412" r:id="rId11"/>
    <p:sldId id="413" r:id="rId12"/>
    <p:sldId id="394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0099CC"/>
    <a:srgbClr val="CACACA"/>
    <a:srgbClr val="0066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9821" autoAdjust="0"/>
  </p:normalViewPr>
  <p:slideViewPr>
    <p:cSldViewPr>
      <p:cViewPr varScale="1">
        <p:scale>
          <a:sx n="73" d="100"/>
          <a:sy n="73" d="100"/>
        </p:scale>
        <p:origin x="13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- </a:t>
            </a:r>
            <a:r>
              <a:rPr lang="en-US" sz="2800" b="1" dirty="0" smtClean="0">
                <a:solidFill>
                  <a:srgbClr val="024069"/>
                </a:solidFill>
              </a:rPr>
              <a:t>07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24731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800" noProof="1" smtClean="0"/>
              <a:t>What is Polymorphism?</a:t>
            </a:r>
          </a:p>
          <a:p>
            <a:endParaRPr lang="en-US" sz="2800" noProof="1" smtClean="0"/>
          </a:p>
          <a:p>
            <a:r>
              <a:rPr lang="en-US" sz="2800" dirty="0" smtClean="0"/>
              <a:t>Types of Polymorphism in Java</a:t>
            </a:r>
          </a:p>
          <a:p>
            <a:pPr lvl="1"/>
            <a:r>
              <a:rPr lang="en-US" sz="2400" dirty="0" smtClean="0"/>
              <a:t>Static Polymorphism</a:t>
            </a:r>
          </a:p>
          <a:p>
            <a:pPr lvl="1"/>
            <a:r>
              <a:rPr lang="en-US" sz="2400" dirty="0" smtClean="0"/>
              <a:t>Dynamic Polymorphism</a:t>
            </a:r>
          </a:p>
          <a:p>
            <a:endParaRPr lang="en-US" sz="2800" dirty="0" smtClean="0"/>
          </a:p>
          <a:p>
            <a:r>
              <a:rPr lang="en-US" sz="2800" dirty="0" smtClean="0"/>
              <a:t>Compile Time Polymorphism in Java</a:t>
            </a:r>
          </a:p>
          <a:p>
            <a:endParaRPr lang="en-US" sz="2800" dirty="0" smtClean="0"/>
          </a:p>
          <a:p>
            <a:r>
              <a:rPr lang="en-US" sz="2800" dirty="0" smtClean="0"/>
              <a:t>Method Overloading with  code examples</a:t>
            </a:r>
            <a:endParaRPr lang="en-US" sz="2800" noProof="1" smtClean="0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000" dirty="0" smtClean="0">
                <a:solidFill>
                  <a:schemeClr val="accent6"/>
                </a:solidFill>
              </a:rPr>
              <a:t>What is Polymorphism?</a:t>
            </a:r>
            <a:endParaRPr lang="en-US" sz="40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endParaRPr lang="en-US" sz="2800" dirty="0" smtClean="0"/>
          </a:p>
          <a:p>
            <a:r>
              <a:rPr lang="en-US" sz="2800" dirty="0" smtClean="0"/>
              <a:t>The word polymorphism means having many forms</a:t>
            </a:r>
          </a:p>
          <a:p>
            <a:endParaRPr lang="en-US" sz="2800" dirty="0" smtClean="0"/>
          </a:p>
          <a:p>
            <a:r>
              <a:rPr lang="en-US" sz="2800" dirty="0" smtClean="0"/>
              <a:t>It is a mechanism which allows to have </a:t>
            </a:r>
            <a:r>
              <a:rPr lang="en-US" sz="2800" b="1" dirty="0" smtClean="0"/>
              <a:t>many forms </a:t>
            </a:r>
            <a:r>
              <a:rPr lang="en-US" sz="2800" dirty="0" smtClean="0"/>
              <a:t>of the method having the </a:t>
            </a:r>
            <a:r>
              <a:rPr lang="en-US" sz="2800" b="1" dirty="0" smtClean="0"/>
              <a:t>same name</a:t>
            </a:r>
          </a:p>
          <a:p>
            <a:endParaRPr lang="en-US" sz="2800" noProof="1" smtClean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200" dirty="0" smtClean="0">
                <a:solidFill>
                  <a:schemeClr val="accent6"/>
                </a:solidFill>
              </a:rPr>
              <a:t>Types of Polymorphism in Java</a:t>
            </a:r>
            <a:endParaRPr lang="en-US" sz="42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399"/>
            <a:ext cx="8534400" cy="4495801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There are two types of polymorphism in Java</a:t>
            </a:r>
          </a:p>
          <a:p>
            <a:pPr lvl="1"/>
            <a:r>
              <a:rPr lang="en-US" dirty="0" smtClean="0"/>
              <a:t>Compile time polymorphism </a:t>
            </a:r>
          </a:p>
          <a:p>
            <a:pPr lvl="1">
              <a:buNone/>
            </a:pPr>
            <a:r>
              <a:rPr lang="en-US" dirty="0" smtClean="0"/>
              <a:t>	(Static polymorphism)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Runtime polymorphism</a:t>
            </a:r>
          </a:p>
          <a:p>
            <a:pPr lvl="1">
              <a:buNone/>
            </a:pPr>
            <a:r>
              <a:rPr lang="en-US" dirty="0" smtClean="0"/>
              <a:t>	(Dynamic polymorphism) </a:t>
            </a:r>
          </a:p>
          <a:p>
            <a:pPr lvl="1"/>
            <a:endParaRPr lang="en-US" dirty="0" smtClean="0"/>
          </a:p>
          <a:p>
            <a:pPr algn="just"/>
            <a:endParaRPr lang="en-US" noProof="1" smtClean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3600" dirty="0" smtClean="0">
                <a:solidFill>
                  <a:schemeClr val="accent6"/>
                </a:solidFill>
              </a:rPr>
              <a:t>Compile Time Polymorphism in Java</a:t>
            </a: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382000" cy="4495801"/>
          </a:xfrm>
        </p:spPr>
        <p:txBody>
          <a:bodyPr/>
          <a:lstStyle/>
          <a:p>
            <a:endParaRPr lang="en-US" sz="2800" dirty="0" smtClean="0"/>
          </a:p>
          <a:p>
            <a:r>
              <a:rPr lang="en-US" sz="2800" dirty="0" smtClean="0"/>
              <a:t>Compile time polymorphism is nothing but the method overloading in java. </a:t>
            </a:r>
          </a:p>
          <a:p>
            <a:endParaRPr lang="en-US" sz="2800" dirty="0" smtClean="0"/>
          </a:p>
          <a:p>
            <a:r>
              <a:rPr lang="en-US" sz="2800" dirty="0" smtClean="0"/>
              <a:t>If a class have multiple methods by same name but different parameters, it is known as </a:t>
            </a:r>
            <a:r>
              <a:rPr lang="en-US" sz="2800" b="1" dirty="0" smtClean="0"/>
              <a:t>Method Overloading</a:t>
            </a:r>
            <a:r>
              <a:rPr lang="en-US" sz="2800" dirty="0" smtClean="0"/>
              <a:t>. 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Method Overloading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r>
              <a:rPr lang="en-US" sz="2800" dirty="0" smtClean="0"/>
              <a:t>There are two ways to overload the method in java </a:t>
            </a:r>
          </a:p>
          <a:p>
            <a:pPr lvl="1"/>
            <a:r>
              <a:rPr lang="en-US" sz="2400" dirty="0" smtClean="0"/>
              <a:t>By changing number of arguments</a:t>
            </a:r>
          </a:p>
          <a:p>
            <a:pPr lvl="1"/>
            <a:r>
              <a:rPr lang="en-US" sz="2400" dirty="0" smtClean="0"/>
              <a:t>By changing the data type</a:t>
            </a:r>
          </a:p>
          <a:p>
            <a:pPr lvl="1">
              <a:buNone/>
            </a:pPr>
            <a:endParaRPr lang="en-US" dirty="0" smtClean="0"/>
          </a:p>
          <a:p>
            <a:pPr algn="just"/>
            <a:r>
              <a:rPr lang="en-US" sz="2400" dirty="0" smtClean="0"/>
              <a:t>When an overloaded method is called, java uses the type and/or the number of arguments to decide which version of the method to call during compile time.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Return type is insufficient to distinguish two versions of a method.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noProof="1" smtClean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3600" dirty="0" smtClean="0">
                <a:solidFill>
                  <a:srgbClr val="024069"/>
                </a:solidFill>
              </a:rPr>
              <a:t>Method Overloading by changing the number of arguments</a:t>
            </a:r>
            <a:endParaRPr lang="en-US" sz="3600" dirty="0">
              <a:solidFill>
                <a:srgbClr val="024069"/>
              </a:solidFill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04800" y="1447800"/>
            <a:ext cx="83820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Calculation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  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void sum(int </a:t>
            </a:r>
            <a:r>
              <a:rPr lang="en-US" sz="2000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a,int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b)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}  </a:t>
            </a:r>
          </a:p>
          <a:p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void sum(int </a:t>
            </a:r>
            <a:r>
              <a:rPr lang="en-US" sz="2000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a,int</a:t>
            </a:r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b,int</a:t>
            </a:r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c)</a:t>
            </a:r>
          </a:p>
          <a:p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a+b+c</a:t>
            </a:r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}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public static void main(String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{ 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Calculation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obj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=new Calculation(); 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obj.sum(10,10,10); 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obj.sum(20,20); 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} 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 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8400" y="1981200"/>
            <a:ext cx="25146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bg1"/>
                </a:solidFill>
              </a:rPr>
              <a:t>Output: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30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40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3600" dirty="0" smtClean="0">
                <a:solidFill>
                  <a:srgbClr val="024069"/>
                </a:solidFill>
              </a:rPr>
              <a:t>Method Overloading by changing data type of argument</a:t>
            </a:r>
            <a:endParaRPr lang="en-US" sz="3600" dirty="0">
              <a:solidFill>
                <a:srgbClr val="024069"/>
              </a:solidFill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04800" y="1502688"/>
            <a:ext cx="62484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Calculation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void sum(int a, int b)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("Method 1");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void sum(double a, double b)</a:t>
            </a:r>
          </a:p>
          <a:p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("Method 2");</a:t>
            </a:r>
          </a:p>
          <a:p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public static void main(String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Calculation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obj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=new Calculation();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obj.sum(10.5,10.5);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obj.sum(20,20);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} 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514600" cy="1676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bg1"/>
                </a:solidFill>
              </a:rPr>
              <a:t>Output: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 2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21.0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40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3600" dirty="0" smtClean="0">
                <a:solidFill>
                  <a:srgbClr val="024069"/>
                </a:solidFill>
              </a:rPr>
              <a:t>Why return type is insufficient for Method Overloading?</a:t>
            </a:r>
            <a:endParaRPr lang="en-US" sz="3600" dirty="0">
              <a:solidFill>
                <a:srgbClr val="024069"/>
              </a:solidFill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04800" y="1502688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38800" y="1524000"/>
            <a:ext cx="3124200" cy="1676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bg1"/>
                </a:solidFill>
              </a:rPr>
              <a:t>Output: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error: method sum(</a:t>
            </a:r>
            <a:r>
              <a:rPr lang="en-US" dirty="0" err="1" smtClean="0">
                <a:solidFill>
                  <a:schemeClr val="bg1"/>
                </a:solidFill>
              </a:rPr>
              <a:t>int,int</a:t>
            </a:r>
            <a:r>
              <a:rPr lang="en-US" dirty="0" smtClean="0">
                <a:solidFill>
                  <a:schemeClr val="bg1"/>
                </a:solidFill>
              </a:rPr>
              <a:t>) is already defined in class Calculation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600200"/>
            <a:ext cx="73152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Calculation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int sum(int a, int b)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2000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double sum(int c, int d)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//error</a:t>
            </a:r>
          </a:p>
          <a:p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2000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c+d</a:t>
            </a:r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public static void main(String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Calculation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obj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=new Calculation();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obj.sum(10,10);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obj.sum(20,20);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} 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3600" dirty="0" smtClean="0">
                <a:solidFill>
                  <a:srgbClr val="024069"/>
                </a:solidFill>
              </a:rPr>
              <a:t>Can we overload main( ) method?</a:t>
            </a:r>
            <a:endParaRPr lang="en-US" sz="3600" dirty="0">
              <a:solidFill>
                <a:srgbClr val="024069"/>
              </a:solidFill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304800" y="1502688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1524000"/>
            <a:ext cx="2514600" cy="1676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bg1"/>
                </a:solidFill>
              </a:rPr>
              <a:t>Output: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main()method invoked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5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5.5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00200"/>
            <a:ext cx="74676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public static void main(int a)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(a);</a:t>
            </a:r>
          </a:p>
          <a:p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public static void main(double a)</a:t>
            </a:r>
          </a:p>
          <a:p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(a);</a:t>
            </a:r>
          </a:p>
          <a:p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public static void main(String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("main()method invoked");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main(5);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smtClean="0">
                <a:solidFill>
                  <a:srgbClr val="024069"/>
                </a:solidFill>
                <a:latin typeface="Courier New" pitchFamily="49" charset="0"/>
                <a:cs typeface="Courier New" pitchFamily="49" charset="0"/>
              </a:rPr>
              <a:t>main(5.5);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4765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1849</TotalTime>
  <Words>529</Words>
  <Application>Microsoft Office PowerPoint</Application>
  <PresentationFormat>On-screen Show (4:3)</PresentationFormat>
  <Paragraphs>146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Neo Sans</vt:lpstr>
      <vt:lpstr>m62-mechanical</vt:lpstr>
      <vt:lpstr>1_It’s not the design of your template</vt:lpstr>
      <vt:lpstr> Object Oriented Programming CSE 2101  Lecture - 07 </vt:lpstr>
      <vt:lpstr>Outline</vt:lpstr>
      <vt:lpstr>What is Polymorphism?</vt:lpstr>
      <vt:lpstr>Types of Polymorphism in Java</vt:lpstr>
      <vt:lpstr>Compile Time Polymorphism in Java</vt:lpstr>
      <vt:lpstr>Method Overloading</vt:lpstr>
      <vt:lpstr>Method Overloading by changing the number of arguments</vt:lpstr>
      <vt:lpstr>Method Overloading by changing data type of argument</vt:lpstr>
      <vt:lpstr>Why return type is insufficient for Method Overloading?</vt:lpstr>
      <vt:lpstr>Can we overload main( ) method?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940</cp:revision>
  <dcterms:created xsi:type="dcterms:W3CDTF">2015-05-03T19:01:06Z</dcterms:created>
  <dcterms:modified xsi:type="dcterms:W3CDTF">2024-11-26T04:41:16Z</dcterms:modified>
</cp:coreProperties>
</file>