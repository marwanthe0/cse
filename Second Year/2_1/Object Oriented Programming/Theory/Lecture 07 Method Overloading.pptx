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18"/>
  </p:notesMasterIdLst>
  <p:sldIdLst>
    <p:sldId id="410" r:id="rId3"/>
    <p:sldId id="257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394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42" autoAdjust="0"/>
    <p:restoredTop sz="99821" autoAdjust="0"/>
  </p:normalViewPr>
  <p:slideViewPr>
    <p:cSldViewPr>
      <p:cViewPr varScale="1">
        <p:scale>
          <a:sx n="73" d="100"/>
          <a:sy n="73" d="100"/>
        </p:scale>
        <p:origin x="11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- </a:t>
            </a:r>
            <a:r>
              <a:rPr lang="en-US" sz="2800" b="1" dirty="0" smtClean="0">
                <a:solidFill>
                  <a:srgbClr val="024069"/>
                </a:solidFill>
              </a:rPr>
              <a:t>07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58339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sz="2300" noProof="1" smtClean="0"/>
              <a:t>Method Overloading</a:t>
            </a:r>
          </a:p>
          <a:p>
            <a:r>
              <a:rPr lang="en-US" sz="2300" noProof="1" smtClean="0"/>
              <a:t>Call by Value</a:t>
            </a:r>
          </a:p>
          <a:p>
            <a:r>
              <a:rPr lang="en-US" sz="2300" noProof="1" smtClean="0"/>
              <a:t>Call by reference</a:t>
            </a:r>
          </a:p>
          <a:p>
            <a:r>
              <a:rPr lang="en-US" sz="2300" noProof="1" smtClean="0"/>
              <a:t>Access Control</a:t>
            </a:r>
          </a:p>
          <a:p>
            <a:endParaRPr lang="en-US" sz="2300" noProof="1" smtClean="0"/>
          </a:p>
          <a:p>
            <a:endParaRPr lang="en-US" sz="2300" noProof="1" smtClean="0"/>
          </a:p>
          <a:p>
            <a:endParaRPr lang="en-US" sz="2300" noProof="1" smtClean="0"/>
          </a:p>
          <a:p>
            <a:endParaRPr lang="en-US" sz="2300" noProof="1" smtClean="0"/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Overloading Methods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305800" cy="54070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Two or more methods with the same name exists in the same class.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Methods only differ in the type and/or number of arguments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When an overloaded method is called, java uses the type and/or the number of arguments to decide which version of the function to call.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Return type is insufficient to distinguish two versions of a method.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Method Overloading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458200" cy="54070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3200" dirty="0" smtClean="0">
                <a:latin typeface="Times New Roman" pitchFamily="18" charset="0"/>
              </a:rPr>
              <a:t>Method overloading is used to support polymorphism in java.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3200" dirty="0" smtClean="0">
                <a:latin typeface="Times New Roman" pitchFamily="18" charset="0"/>
              </a:rPr>
              <a:t>Related methods are accessed by common name.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3200" dirty="0" smtClean="0">
                <a:latin typeface="Times New Roman" pitchFamily="18" charset="0"/>
              </a:rPr>
              <a:t>It reduces the complexity of a program.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010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Example1-Method Overloading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76200" y="1600200"/>
            <a:ext cx="4343400" cy="45720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void test()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NoParameter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”); 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void test(int a)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(a);}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void test(int a, int b)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 + “ “+b); 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void test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(double a)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(a); 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4495800" y="1600200"/>
            <a:ext cx="4648200" cy="4800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tmp1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ob=new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ob.test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ob.test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ob.test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(12,14);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ob.test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(123.4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	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b="1" u="sng" dirty="0">
                <a:latin typeface="Courier New" pitchFamily="49" charset="0"/>
                <a:cs typeface="Courier New" pitchFamily="49" charset="0"/>
              </a:rPr>
              <a:t>Result: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No Parameter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10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12 14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123.4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Example2-Method Overloading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600200"/>
            <a:ext cx="4706938" cy="2974975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void test()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NoParameter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”); 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void test(int a, int b)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 + “ “+b); 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double test (double a)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(a); 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4800600" y="1600200"/>
            <a:ext cx="4343400" cy="48006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tmp1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ob=new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double v;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ob.test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ob.test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ob.test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(12,14);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v=test(123.4);	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b="1" u="sng" dirty="0">
                <a:latin typeface="Courier New" pitchFamily="49" charset="0"/>
                <a:cs typeface="Courier New" pitchFamily="49" charset="0"/>
              </a:rPr>
              <a:t>Result: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No Parameter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10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12 14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123.4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381000" y="5029200"/>
            <a:ext cx="4191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Java employ automatic type conversion only if no exact match is found.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Example-Overloading Constructor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class Box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double width;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double height;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double depth;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Box()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{ width=-1; height=-1;depth=-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1;}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Box(double w, double h, double d)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{width=w; height=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h;depth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=d;}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Box(double l)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{width=height=depth=l;}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Box(Box ob)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width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ob.width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height=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ob.height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depth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ob.depth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4270375" y="1600200"/>
            <a:ext cx="3657600" cy="45720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Boxdemo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Box ob1=new Box();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Box ob2 = new Box(10,12,23);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Box ob3=new Box(2.34);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Box ob4=new Box(ob2);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Parameter Passing in Java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305800" cy="54070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2400" b="1" u="sng" dirty="0" smtClean="0">
                <a:latin typeface="Times New Roman" pitchFamily="18" charset="0"/>
              </a:rPr>
              <a:t>Call by value: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z="2400" dirty="0" smtClean="0">
                <a:latin typeface="Times New Roman" pitchFamily="18" charset="0"/>
              </a:rPr>
              <a:t>	1. Copies the value of an argument into the formal parameter of the method.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z="2400" dirty="0" smtClean="0">
                <a:latin typeface="Times New Roman" pitchFamily="18" charset="0"/>
              </a:rPr>
              <a:t>	2. Changes made to the parameter inside the function has no effect on the argument used in the call.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2400" b="1" u="sng" dirty="0" smtClean="0">
                <a:latin typeface="Times New Roman" pitchFamily="18" charset="0"/>
              </a:rPr>
              <a:t>Call by reference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z="2400" dirty="0" smtClean="0">
                <a:latin typeface="Times New Roman" pitchFamily="18" charset="0"/>
              </a:rPr>
              <a:t>   1. A reference to an argument is passed to the parameter.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z="2400" dirty="0" smtClean="0">
                <a:latin typeface="Times New Roman" pitchFamily="18" charset="0"/>
              </a:rPr>
              <a:t>   2. Changes made to the parameter inside the function affect the argument used in the call.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Java uses both depending on what is passed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56356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Call by Value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502920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test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void set (int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int j)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 = 2;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j /=2;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test1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static void main (String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test ob=new test();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int a=14, b=20;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(“Before call:”+a+” “ +b);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ob.set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(“After call:”+a+” “ + b); 	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364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5735638" y="1600200"/>
            <a:ext cx="2951162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u="sng" dirty="0" smtClean="0">
                <a:latin typeface="Times New Roman" pitchFamily="18" charset="0"/>
              </a:rPr>
              <a:t>Output: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Before call: 14 20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After call: 14 20</a:t>
            </a:r>
          </a:p>
        </p:txBody>
      </p:sp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381000" y="1219200"/>
            <a:ext cx="838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When a simple type is passed, it is passed by value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05800" cy="48736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Call by Reference</a:t>
            </a:r>
          </a:p>
        </p:txBody>
      </p:sp>
      <p:sp>
        <p:nvSpPr>
          <p:cNvPr id="16387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7848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class test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int a, b;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void set (test o)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o.a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*=2;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o.b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/=2;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class test1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public static void main (String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test ob=new test();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ob.a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=14,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ob.b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=20;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(“Before call:”+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ob.a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+” “ +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ob.b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ob.set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(ob);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(“After call:”+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ob.a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+” “ +ob. b); 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388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5715000" y="1600200"/>
            <a:ext cx="29718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u="sng" dirty="0" smtClean="0">
                <a:latin typeface="Times New Roman" pitchFamily="18" charset="0"/>
              </a:rPr>
              <a:t>Output: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Before call: 14 20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After call: 28 10</a:t>
            </a: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381000" y="1143000"/>
            <a:ext cx="975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When an object is passed to a method, it is passed by reference.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Returning Objects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228600" y="1600200"/>
            <a:ext cx="48768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test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int a;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test (int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a=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test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incr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test temp = new test(a+10);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return temp;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7412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4648200" y="1600200"/>
            <a:ext cx="4495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class test1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public static void main (String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test ob1=new test(2);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test ob2;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ob2=ob1.incr();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(ob1.a);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(ob2.a);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ob2=ob2.incr();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(ob2.a); 	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u="sng" dirty="0" smtClean="0">
                <a:latin typeface="Courier New" pitchFamily="49" charset="0"/>
                <a:cs typeface="Courier New" pitchFamily="49" charset="0"/>
              </a:rPr>
              <a:t>Output: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12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22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Example-Recursion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52400" y="1219200"/>
            <a:ext cx="4724400" cy="5073650"/>
          </a:xfrm>
        </p:spPr>
        <p:txBody>
          <a:bodyPr>
            <a:normAutofit fontScale="925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class factorial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fact(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n)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res;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if(n==1)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return 1;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res=fact(n-1)*n;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return res;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4581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3306854" y="1219200"/>
            <a:ext cx="5608546" cy="5257800"/>
          </a:xfrm>
        </p:spPr>
        <p:txBody>
          <a:bodyPr>
            <a:normAutofit fontScale="925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class recursion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factorial f=new factorial();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f.fact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(3));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f.fact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(4));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f.fact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(5));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Access Control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95400"/>
            <a:ext cx="8686800" cy="517842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Determines how the members of a class are accessed.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Used to ensure data encapsulation.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Three access control/access control:</a:t>
            </a:r>
          </a:p>
          <a:p>
            <a:pPr marL="952500" lvl="1" indent="-4953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200" dirty="0" smtClean="0">
                <a:latin typeface="Times New Roman" pitchFamily="18" charset="0"/>
              </a:rPr>
              <a:t>Public</a:t>
            </a:r>
          </a:p>
          <a:p>
            <a:pPr marL="952500" lvl="1" indent="-4953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</a:rPr>
              <a:t>	- Default access control. </a:t>
            </a:r>
          </a:p>
          <a:p>
            <a:pPr marL="952500" lvl="1" indent="-4953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</a:rPr>
              <a:t>	-Can be accessed by other if explicitly specified </a:t>
            </a:r>
          </a:p>
          <a:p>
            <a:pPr marL="952500" lvl="1" indent="-4953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</a:rPr>
              <a:t>	-If not specified available within the package</a:t>
            </a:r>
          </a:p>
          <a:p>
            <a:pPr marL="952500" lvl="1" indent="-495300" eaLnBrk="1" hangingPunct="1">
              <a:lnSpc>
                <a:spcPct val="90000"/>
              </a:lnSpc>
              <a:buFont typeface="Wingdings" pitchFamily="2" charset="2"/>
              <a:buAutoNum type="arabicPeriod" startAt="2"/>
            </a:pPr>
            <a:r>
              <a:rPr lang="en-US" sz="2200" dirty="0" smtClean="0">
                <a:latin typeface="Times New Roman" pitchFamily="18" charset="0"/>
              </a:rPr>
              <a:t>Private</a:t>
            </a:r>
          </a:p>
          <a:p>
            <a:pPr marL="952500" lvl="1" indent="-4953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</a:rPr>
              <a:t>	-Can be accessed by other members of it’s class.</a:t>
            </a:r>
          </a:p>
          <a:p>
            <a:pPr marL="952500" lvl="1" indent="-495300" eaLnBrk="1" hangingPunct="1">
              <a:lnSpc>
                <a:spcPct val="90000"/>
              </a:lnSpc>
              <a:buFont typeface="Wingdings" pitchFamily="2" charset="2"/>
              <a:buAutoNum type="arabicPeriod" startAt="3"/>
            </a:pPr>
            <a:r>
              <a:rPr lang="en-US" sz="2200" dirty="0" smtClean="0">
                <a:latin typeface="Times New Roman" pitchFamily="18" charset="0"/>
              </a:rPr>
              <a:t>Protected</a:t>
            </a:r>
          </a:p>
          <a:p>
            <a:pPr marL="952500" lvl="1" indent="-4953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</a:rPr>
              <a:t>	- Used only when inheritance is involved.</a:t>
            </a:r>
          </a:p>
          <a:p>
            <a:pPr marL="952500" lvl="1" indent="-4953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2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Example-Access Control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76200" y="1052513"/>
            <a:ext cx="4038600" cy="507365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class test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a;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b;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private int 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setc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{ 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 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getc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{ 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c; 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3810000" y="1295400"/>
            <a:ext cx="5334000" cy="51816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class test1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test ob = new test();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ob. a =10;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ob. b =20;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ob.c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12;   //Error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ob.setc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(12);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(ob. a +” “ +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ob.b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(ob.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getc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2115</TotalTime>
  <Words>1154</Words>
  <Application>Microsoft Office PowerPoint</Application>
  <PresentationFormat>On-screen Show (4:3)</PresentationFormat>
  <Paragraphs>267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Courier New</vt:lpstr>
      <vt:lpstr>Neo Sans</vt:lpstr>
      <vt:lpstr>Times New Roman</vt:lpstr>
      <vt:lpstr>Wingdings</vt:lpstr>
      <vt:lpstr>m62-mechanical</vt:lpstr>
      <vt:lpstr>1_It’s not the design of your template</vt:lpstr>
      <vt:lpstr> Object Oriented Programming CSE 2101  Lecture - 07 </vt:lpstr>
      <vt:lpstr>Outline</vt:lpstr>
      <vt:lpstr>Overloading Methods</vt:lpstr>
      <vt:lpstr>Method Overloading</vt:lpstr>
      <vt:lpstr>Example1-Method Overloading</vt:lpstr>
      <vt:lpstr>Example2-Method Overloading</vt:lpstr>
      <vt:lpstr>Example-Overloading Constructor</vt:lpstr>
      <vt:lpstr>Parameter Passing in Java</vt:lpstr>
      <vt:lpstr>Call by Value</vt:lpstr>
      <vt:lpstr>Call by Reference</vt:lpstr>
      <vt:lpstr>Returning Objects</vt:lpstr>
      <vt:lpstr>Example-Recursion</vt:lpstr>
      <vt:lpstr>Access Control</vt:lpstr>
      <vt:lpstr>Example-Access Control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1104</cp:revision>
  <dcterms:created xsi:type="dcterms:W3CDTF">2015-05-03T19:01:06Z</dcterms:created>
  <dcterms:modified xsi:type="dcterms:W3CDTF">2024-11-26T04:39:52Z</dcterms:modified>
</cp:coreProperties>
</file>