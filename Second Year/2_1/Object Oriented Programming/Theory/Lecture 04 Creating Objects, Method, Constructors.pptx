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51" r:id="rId2"/>
  </p:sldMasterIdLst>
  <p:notesMasterIdLst>
    <p:notesMasterId r:id="rId26"/>
  </p:notesMasterIdLst>
  <p:sldIdLst>
    <p:sldId id="486" r:id="rId3"/>
    <p:sldId id="257" r:id="rId4"/>
    <p:sldId id="460" r:id="rId5"/>
    <p:sldId id="461" r:id="rId6"/>
    <p:sldId id="462" r:id="rId7"/>
    <p:sldId id="463" r:id="rId8"/>
    <p:sldId id="464" r:id="rId9"/>
    <p:sldId id="465" r:id="rId10"/>
    <p:sldId id="466" r:id="rId11"/>
    <p:sldId id="467" r:id="rId12"/>
    <p:sldId id="468" r:id="rId13"/>
    <p:sldId id="469" r:id="rId14"/>
    <p:sldId id="470" r:id="rId15"/>
    <p:sldId id="471" r:id="rId16"/>
    <p:sldId id="472" r:id="rId17"/>
    <p:sldId id="473" r:id="rId18"/>
    <p:sldId id="474" r:id="rId19"/>
    <p:sldId id="475" r:id="rId20"/>
    <p:sldId id="476" r:id="rId21"/>
    <p:sldId id="477" r:id="rId22"/>
    <p:sldId id="478" r:id="rId23"/>
    <p:sldId id="479" r:id="rId24"/>
    <p:sldId id="394" r:id="rId2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4069"/>
    <a:srgbClr val="CACACA"/>
    <a:srgbClr val="0066CC"/>
    <a:srgbClr val="0099CC"/>
    <a:srgbClr val="3864A9"/>
    <a:srgbClr val="273691"/>
    <a:srgbClr val="2737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30" autoAdjust="0"/>
    <p:restoredTop sz="84229" autoAdjust="0"/>
  </p:normalViewPr>
  <p:slideViewPr>
    <p:cSldViewPr>
      <p:cViewPr varScale="1">
        <p:scale>
          <a:sx n="73" d="100"/>
          <a:sy n="73" d="100"/>
        </p:scale>
        <p:origin x="1302"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4E9439C-4193-43FD-B7ED-FDDC753C38E4}" type="datetimeFigureOut">
              <a:rPr lang="en-US" smtClean="0"/>
              <a:pPr/>
              <a:t>11/4/2024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73FFEB6-3655-496E-AF33-E2CC2D71E3DD}" type="slidenum">
              <a:rPr lang="en-US" smtClean="0"/>
              <a:pPr/>
              <a:t>‹#›</a:t>
            </a:fld>
            <a:endParaRPr lang="en-US"/>
          </a:p>
        </p:txBody>
      </p:sp>
    </p:spTree>
    <p:extLst>
      <p:ext uri="{BB962C8B-B14F-4D97-AF65-F5344CB8AC3E}">
        <p14:creationId xmlns:p14="http://schemas.microsoft.com/office/powerpoint/2010/main" val="6608388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73FFEB6-3655-496E-AF33-E2CC2D71E3DD}" type="slidenum">
              <a:rPr lang="en-US" smtClean="0"/>
              <a:pPr/>
              <a:t>2</a:t>
            </a:fld>
            <a:endParaRPr lang="en-US"/>
          </a:p>
        </p:txBody>
      </p:sp>
    </p:spTree>
    <p:extLst>
      <p:ext uri="{BB962C8B-B14F-4D97-AF65-F5344CB8AC3E}">
        <p14:creationId xmlns:p14="http://schemas.microsoft.com/office/powerpoint/2010/main" val="21019348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Scanner sc= new Scanner(</a:t>
            </a:r>
            <a:r>
              <a:rPr lang="en-US" dirty="0" err="1"/>
              <a:t>System.in</a:t>
            </a:r>
            <a:r>
              <a:rPr lang="en-US" dirty="0"/>
              <a:t>);</a:t>
            </a:r>
          </a:p>
          <a:p>
            <a:r>
              <a:rPr lang="en-US" dirty="0"/>
              <a:t>int a= </a:t>
            </a:r>
            <a:r>
              <a:rPr lang="en-US" dirty="0" err="1"/>
              <a:t>sc.nextInt</a:t>
            </a:r>
            <a:r>
              <a:rPr lang="en-US" dirty="0"/>
              <a:t>();  </a:t>
            </a:r>
          </a:p>
          <a:p>
            <a:r>
              <a:rPr lang="en-US" dirty="0"/>
              <a:t>String </a:t>
            </a:r>
            <a:r>
              <a:rPr lang="en-US" dirty="0" err="1"/>
              <a:t>str</a:t>
            </a:r>
            <a:r>
              <a:rPr lang="en-US" dirty="0"/>
              <a:t>= </a:t>
            </a:r>
            <a:r>
              <a:rPr lang="en-US" dirty="0" err="1"/>
              <a:t>sc.nextLine</a:t>
            </a:r>
            <a:r>
              <a:rPr lang="en-US"/>
              <a:t>();   </a:t>
            </a:r>
            <a:endParaRPr lang="en-US" dirty="0"/>
          </a:p>
        </p:txBody>
      </p:sp>
      <p:sp>
        <p:nvSpPr>
          <p:cNvPr id="4" name="Slide Number Placeholder 3"/>
          <p:cNvSpPr>
            <a:spLocks noGrp="1"/>
          </p:cNvSpPr>
          <p:nvPr>
            <p:ph type="sldNum" sz="quarter" idx="10"/>
          </p:nvPr>
        </p:nvSpPr>
        <p:spPr/>
        <p:txBody>
          <a:bodyPr/>
          <a:lstStyle/>
          <a:p>
            <a:fld id="{B73FFEB6-3655-496E-AF33-E2CC2D71E3DD}" type="slidenum">
              <a:rPr lang="en-US" smtClean="0"/>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p:spPr>
      </p:sp>
      <p:sp>
        <p:nvSpPr>
          <p:cNvPr id="3174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3174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68EA0001-AE5B-4EE6-8E66-EB696C4DE678}" type="slidenum">
              <a:rPr lang="en-US" smtClean="0"/>
              <a:pPr/>
              <a:t>17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pic>
        <p:nvPicPr>
          <p:cNvPr id="5150" name="Picture 30" descr="background3"/>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122" name="Rectangle 2"/>
          <p:cNvSpPr>
            <a:spLocks noGrp="1" noChangeArrowheads="1"/>
          </p:cNvSpPr>
          <p:nvPr>
            <p:ph type="ctrTitle"/>
          </p:nvPr>
        </p:nvSpPr>
        <p:spPr>
          <a:xfrm>
            <a:off x="685800" y="2130425"/>
            <a:ext cx="7772400" cy="1470025"/>
          </a:xfrm>
        </p:spPr>
        <p:txBody>
          <a:bodyPr/>
          <a:lstStyle>
            <a:lvl1pPr algn="ctr">
              <a:defRPr sz="3600"/>
            </a:lvl1pPr>
          </a:lstStyle>
          <a:p>
            <a:r>
              <a:rPr lang="en-US"/>
              <a:t>Click to edit Master title style</a:t>
            </a:r>
          </a:p>
        </p:txBody>
      </p:sp>
      <p:sp>
        <p:nvSpPr>
          <p:cNvPr id="5123"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en-US"/>
              <a:t>Click to edit Master subtitle style</a:t>
            </a:r>
          </a:p>
        </p:txBody>
      </p:sp>
      <p:sp>
        <p:nvSpPr>
          <p:cNvPr id="5124" name="Rectangle 4"/>
          <p:cNvSpPr>
            <a:spLocks noGrp="1" noChangeArrowheads="1"/>
          </p:cNvSpPr>
          <p:nvPr>
            <p:ph type="dt" sz="half" idx="2"/>
          </p:nvPr>
        </p:nvSpPr>
        <p:spPr/>
        <p:txBody>
          <a:bodyPr/>
          <a:lstStyle>
            <a:lvl1pPr>
              <a:defRPr/>
            </a:lvl1pPr>
          </a:lstStyle>
          <a:p>
            <a:endParaRPr lang="en-US"/>
          </a:p>
        </p:txBody>
      </p:sp>
      <p:sp>
        <p:nvSpPr>
          <p:cNvPr id="5125" name="Rectangle 5"/>
          <p:cNvSpPr>
            <a:spLocks noGrp="1" noChangeArrowheads="1"/>
          </p:cNvSpPr>
          <p:nvPr>
            <p:ph type="ftr" sz="quarter" idx="3"/>
          </p:nvPr>
        </p:nvSpPr>
        <p:spPr/>
        <p:txBody>
          <a:bodyPr/>
          <a:lstStyle>
            <a:lvl1pPr>
              <a:defRPr/>
            </a:lvl1pPr>
          </a:lstStyle>
          <a:p>
            <a:endParaRPr lang="en-US"/>
          </a:p>
        </p:txBody>
      </p:sp>
      <p:sp>
        <p:nvSpPr>
          <p:cNvPr id="5126" name="Rectangle 6"/>
          <p:cNvSpPr>
            <a:spLocks noGrp="1" noChangeArrowheads="1"/>
          </p:cNvSpPr>
          <p:nvPr>
            <p:ph type="sldNum" sz="quarter" idx="4"/>
          </p:nvPr>
        </p:nvSpPr>
        <p:spPr/>
        <p:txBody>
          <a:bodyPr/>
          <a:lstStyle>
            <a:lvl1pPr>
              <a:defRPr/>
            </a:lvl1pPr>
          </a:lstStyle>
          <a:p>
            <a:fld id="{351B2EE7-5072-467A-9223-02257C03FF21}" type="slidenum">
              <a:rPr lang="en-US"/>
              <a:pPr/>
              <a:t>‹#›</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iterate type="lt">
                                    <p:tmPct val="4000"/>
                                  </p:iterate>
                                  <p:childTnLst>
                                    <p:set>
                                      <p:cBhvr>
                                        <p:cTn id="6" dur="1" fill="hold">
                                          <p:stCondLst>
                                            <p:cond delay="0"/>
                                          </p:stCondLst>
                                        </p:cTn>
                                        <p:tgtEl>
                                          <p:spTgt spid="5122"/>
                                        </p:tgtEl>
                                        <p:attrNameLst>
                                          <p:attrName>style.visibility</p:attrName>
                                        </p:attrNameLst>
                                      </p:cBhvr>
                                      <p:to>
                                        <p:strVal val="visible"/>
                                      </p:to>
                                    </p:set>
                                    <p:anim calcmode="lin" valueType="num">
                                      <p:cBhvr>
                                        <p:cTn id="7" dur="500" fill="hold"/>
                                        <p:tgtEl>
                                          <p:spTgt spid="5122"/>
                                        </p:tgtEl>
                                        <p:attrNameLst>
                                          <p:attrName>ppt_w</p:attrName>
                                        </p:attrNameLst>
                                      </p:cBhvr>
                                      <p:tavLst>
                                        <p:tav tm="0">
                                          <p:val>
                                            <p:fltVal val="0"/>
                                          </p:val>
                                        </p:tav>
                                        <p:tav tm="100000">
                                          <p:val>
                                            <p:strVal val="#ppt_w"/>
                                          </p:val>
                                        </p:tav>
                                      </p:tavLst>
                                    </p:anim>
                                    <p:anim calcmode="lin" valueType="num">
                                      <p:cBhvr>
                                        <p:cTn id="8" dur="500" fill="hold"/>
                                        <p:tgtEl>
                                          <p:spTgt spid="5122"/>
                                        </p:tgtEl>
                                        <p:attrNameLst>
                                          <p:attrName>ppt_h</p:attrName>
                                        </p:attrNameLst>
                                      </p:cBhvr>
                                      <p:tavLst>
                                        <p:tav tm="0">
                                          <p:val>
                                            <p:fltVal val="0"/>
                                          </p:val>
                                        </p:tav>
                                        <p:tav tm="100000">
                                          <p:val>
                                            <p:strVal val="#ppt_h"/>
                                          </p:val>
                                        </p:tav>
                                      </p:tavLst>
                                    </p:anim>
                                    <p:animEffect transition="in" filter="fade">
                                      <p:cBhvr>
                                        <p:cTn id="9" dur="500"/>
                                        <p:tgtEl>
                                          <p:spTgt spid="5122"/>
                                        </p:tgtEl>
                                      </p:cBhvr>
                                    </p:animEffect>
                                  </p:childTnLst>
                                </p:cTn>
                              </p:par>
                            </p:childTnLst>
                          </p:cTn>
                        </p:par>
                        <p:par>
                          <p:cTn id="10" fill="hold">
                            <p:stCondLst>
                              <p:cond delay="1020"/>
                            </p:stCondLst>
                            <p:childTnLst>
                              <p:par>
                                <p:cTn id="11" presetID="53" presetClass="entr" presetSubtype="0" fill="hold" grpId="0" nodeType="afterEffect">
                                  <p:stCondLst>
                                    <p:cond delay="0"/>
                                  </p:stCondLst>
                                  <p:iterate type="lt">
                                    <p:tmPct val="4000"/>
                                  </p:iterate>
                                  <p:childTnLst>
                                    <p:set>
                                      <p:cBhvr>
                                        <p:cTn id="12" dur="1" fill="hold">
                                          <p:stCondLst>
                                            <p:cond delay="0"/>
                                          </p:stCondLst>
                                        </p:cTn>
                                        <p:tgtEl>
                                          <p:spTgt spid="5123">
                                            <p:txEl>
                                              <p:pRg st="0" end="0"/>
                                            </p:txEl>
                                          </p:spTgt>
                                        </p:tgtEl>
                                        <p:attrNameLst>
                                          <p:attrName>style.visibility</p:attrName>
                                        </p:attrNameLst>
                                      </p:cBhvr>
                                      <p:to>
                                        <p:strVal val="visible"/>
                                      </p:to>
                                    </p:set>
                                    <p:anim calcmode="lin" valueType="num">
                                      <p:cBhvr>
                                        <p:cTn id="13" dur="500" fill="hold"/>
                                        <p:tgtEl>
                                          <p:spTgt spid="5123">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5123">
                                            <p:txEl>
                                              <p:pRg st="0" end="0"/>
                                            </p:txEl>
                                          </p:spTgt>
                                        </p:tgtEl>
                                        <p:attrNameLst>
                                          <p:attrName>ppt_h</p:attrName>
                                        </p:attrNameLst>
                                      </p:cBhvr>
                                      <p:tavLst>
                                        <p:tav tm="0">
                                          <p:val>
                                            <p:fltVal val="0"/>
                                          </p:val>
                                        </p:tav>
                                        <p:tav tm="100000">
                                          <p:val>
                                            <p:strVal val="#ppt_h"/>
                                          </p:val>
                                        </p:tav>
                                      </p:tavLst>
                                    </p:anim>
                                    <p:animEffect transition="in" filter="fade">
                                      <p:cBhvr>
                                        <p:cTn id="15" dur="500"/>
                                        <p:tgtEl>
                                          <p:spTgt spid="51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P spid="5123" grpId="0" build="p">
        <p:tmplLst>
          <p:tmpl lvl="1">
            <p:tnLst>
              <p:par>
                <p:cTn presetID="53" presetClass="entr" presetSubtype="0" fill="hold" nodeType="afterEffect">
                  <p:stCondLst>
                    <p:cond delay="0"/>
                  </p:stCondLst>
                  <p:iterate type="lt">
                    <p:tmPct val="4000"/>
                  </p:iterate>
                  <p:childTnLst>
                    <p:set>
                      <p:cBhvr>
                        <p:cTn dur="1" fill="hold">
                          <p:stCondLst>
                            <p:cond delay="0"/>
                          </p:stCondLst>
                        </p:cTn>
                        <p:tgtEl>
                          <p:spTgt spid="5123"/>
                        </p:tgtEl>
                        <p:attrNameLst>
                          <p:attrName>style.visibility</p:attrName>
                        </p:attrNameLst>
                      </p:cBhvr>
                      <p:to>
                        <p:strVal val="visible"/>
                      </p:to>
                    </p:set>
                    <p:anim calcmode="lin" valueType="num">
                      <p:cBhvr>
                        <p:cTn dur="500" fill="hold"/>
                        <p:tgtEl>
                          <p:spTgt spid="5123"/>
                        </p:tgtEl>
                        <p:attrNameLst>
                          <p:attrName>ppt_w</p:attrName>
                        </p:attrNameLst>
                      </p:cBhvr>
                      <p:tavLst>
                        <p:tav tm="0">
                          <p:val>
                            <p:fltVal val="0"/>
                          </p:val>
                        </p:tav>
                        <p:tav tm="100000">
                          <p:val>
                            <p:strVal val="#ppt_w"/>
                          </p:val>
                        </p:tav>
                      </p:tavLst>
                    </p:anim>
                    <p:anim calcmode="lin" valueType="num">
                      <p:cBhvr>
                        <p:cTn dur="500" fill="hold"/>
                        <p:tgtEl>
                          <p:spTgt spid="5123"/>
                        </p:tgtEl>
                        <p:attrNameLst>
                          <p:attrName>ppt_h</p:attrName>
                        </p:attrNameLst>
                      </p:cBhvr>
                      <p:tavLst>
                        <p:tav tm="0">
                          <p:val>
                            <p:fltVal val="0"/>
                          </p:val>
                        </p:tav>
                        <p:tav tm="100000">
                          <p:val>
                            <p:strVal val="#ppt_h"/>
                          </p:val>
                        </p:tav>
                      </p:tavLst>
                    </p:anim>
                    <p:animEffect transition="in" filter="fade">
                      <p:cBhvr>
                        <p:cTn dur="500"/>
                        <p:tgtEl>
                          <p:spTgt spid="5123"/>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lgn="l">
              <a:defRPr sz="1600" i="0"/>
            </a:lvl1pPr>
          </a:lstStyle>
          <a:p>
            <a:fld id="{F0065440-4C8F-497D-8DC5-47855554306F}" type="slidenum">
              <a:rPr lang="en-US" smtClean="0"/>
              <a:pPr/>
              <a:t>‹#›</a:t>
            </a:fld>
            <a:endParaRPr lang="en-US" dirty="0"/>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E826E5F-98C7-427D-BD7E-0BE0F1A96833}" type="slidenum">
              <a:rPr lang="en-US"/>
              <a:pPr/>
              <a:t>‹#›</a:t>
            </a:fld>
            <a:endParaRPr lang="en-US"/>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052513"/>
            <a:ext cx="4038600" cy="50736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052513"/>
            <a:ext cx="4038600" cy="50736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1F69F05A-DCBD-4B85-B11F-DDBCF8E92008}" type="slidenum">
              <a:rPr lang="en-US"/>
              <a:pPr/>
              <a:t>‹#›</a:t>
            </a:fld>
            <a:endParaRPr lang="en-US"/>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494C1862-9D7D-4867-B015-B11771DE47FF}" type="slidenum">
              <a:rPr lang="en-US"/>
              <a:pPr/>
              <a:t>‹#›</a:t>
            </a:fld>
            <a:endParaRPr lang="en-US"/>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DFBD6026-5CE8-486A-9BC0-1C41C23FE706}" type="slidenum">
              <a:rPr lang="en-US"/>
              <a:pPr/>
              <a:t>‹#›</a:t>
            </a:fld>
            <a:endParaRPr lang="en-US"/>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7F5884D9-B953-4650-A00D-DBE79B42910F}" type="slidenum">
              <a:rPr lang="en-US"/>
              <a:pPr/>
              <a:t>‹#›</a:t>
            </a:fld>
            <a:endParaRPr 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38D01A79-9865-49FA-B323-8C97083EEA8F}" type="slidenum">
              <a:rPr lang="en-US"/>
              <a:pPr/>
              <a:t>‹#›</a:t>
            </a:fld>
            <a:endParaRPr 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50AFD685-CBDA-4730-95DC-3E6CBC63D806}" type="slidenum">
              <a:rPr lang="en-US"/>
              <a:pPr/>
              <a:t>‹#›</a:t>
            </a:fld>
            <a:endParaRPr 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AFCFE8F2-027C-4C57-9B26-E402534C8990}" type="slidenum">
              <a:rPr lang="en-US"/>
              <a:pPr/>
              <a:t>‹#›</a:t>
            </a:fld>
            <a:endParaRPr 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88913"/>
            <a:ext cx="2057400" cy="5937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88913"/>
            <a:ext cx="6019800" cy="5937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DCCFE25D-8A1D-46F6-BEBF-C85E3072F965}" type="slidenum">
              <a:rPr lang="en-US"/>
              <a:pPr/>
              <a:t>‹#›</a:t>
            </a:fld>
            <a:endParaRPr lang="en-US"/>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hyperlink" Target="http://www.m62.net/" TargetMode="External"/><Relationship Id="rId18" Type="http://schemas.openxmlformats.org/officeDocument/2006/relationships/image" Target="../media/image5.png"/><Relationship Id="rId3" Type="http://schemas.openxmlformats.org/officeDocument/2006/relationships/slideLayout" Target="../slideLayouts/slideLayout14.xml"/><Relationship Id="rId21" Type="http://schemas.openxmlformats.org/officeDocument/2006/relationships/image" Target="../media/image7.png"/><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hyperlink" Target="http://www.m62.net/powerpoint-slides/" TargetMode="External"/><Relationship Id="rId2" Type="http://schemas.openxmlformats.org/officeDocument/2006/relationships/slideLayout" Target="../slideLayouts/slideLayout13.xml"/><Relationship Id="rId16" Type="http://schemas.openxmlformats.org/officeDocument/2006/relationships/image" Target="../media/image4.png"/><Relationship Id="rId20" Type="http://schemas.openxmlformats.org/officeDocument/2006/relationships/image" Target="../media/image6.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hyperlink" Target="http://www.m62.net/presentation-theory/bullet-points-dont-work/beyond-bullet-points/" TargetMode="External"/><Relationship Id="rId10" Type="http://schemas.openxmlformats.org/officeDocument/2006/relationships/slideLayout" Target="../slideLayouts/slideLayout21.xml"/><Relationship Id="rId19" Type="http://schemas.openxmlformats.org/officeDocument/2006/relationships/hyperlink" Target="http://www.m62.net/powerpoint-training/" TargetMode="Externa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62" name="Picture 38" descr="background2"/>
          <p:cNvPicPr>
            <a:picLocks noChangeAspect="1" noChangeArrowheads="1"/>
          </p:cNvPicPr>
          <p:nvPr/>
        </p:nvPicPr>
        <p:blipFill>
          <a:blip r:embed="rId13" cstate="print"/>
          <a:srcRect/>
          <a:stretch>
            <a:fillRect/>
          </a:stretch>
        </p:blipFill>
        <p:spPr bwMode="auto">
          <a:xfrm>
            <a:off x="7916" y="14844"/>
            <a:ext cx="9144000" cy="6858000"/>
          </a:xfrm>
          <a:prstGeom prst="rect">
            <a:avLst/>
          </a:prstGeom>
          <a:noFill/>
        </p:spPr>
      </p:pic>
      <p:sp>
        <p:nvSpPr>
          <p:cNvPr id="1026" name="Rectangle 2"/>
          <p:cNvSpPr>
            <a:spLocks noGrp="1" noChangeArrowheads="1"/>
          </p:cNvSpPr>
          <p:nvPr>
            <p:ph type="title"/>
          </p:nvPr>
        </p:nvSpPr>
        <p:spPr bwMode="auto">
          <a:xfrm>
            <a:off x="457200" y="188913"/>
            <a:ext cx="8218488" cy="56515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052513"/>
            <a:ext cx="8229600" cy="50736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553200" y="624840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en-US" dirty="0"/>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endParaRPr lang="en-US" dirty="0"/>
          </a:p>
        </p:txBody>
      </p:sp>
      <p:sp>
        <p:nvSpPr>
          <p:cNvPr id="1030" name="Rectangle 6"/>
          <p:cNvSpPr>
            <a:spLocks noGrp="1" noChangeArrowheads="1"/>
          </p:cNvSpPr>
          <p:nvPr>
            <p:ph type="sldNum" sz="quarter" idx="4"/>
          </p:nvPr>
        </p:nvSpPr>
        <p:spPr bwMode="auto">
          <a:xfrm>
            <a:off x="533400" y="624840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4D7511D7-B783-4CDA-BF26-3E6D5B8F4FFE}" type="slidenum">
              <a:rPr lang="en-US"/>
              <a:pPr/>
              <a:t>‹#›</a:t>
            </a:fld>
            <a:endParaRPr lang="en-US" dirty="0"/>
          </a:p>
        </p:txBody>
      </p:sp>
    </p:spTree>
  </p:cSld>
  <p:clrMap bg1="lt1" tx1="dk1" bg2="lt2" tx2="dk2" accent1="accent1" accent2="accent2" accent3="accent3" accent4="accent4" accent5="accent5" accent6="accent6" hlink="hlink" folHlink="folHlink"/>
  <p:sldLayoutIdLst>
    <p:sldLayoutId id="2147483650"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iterate type="lt">
                                    <p:tmPct val="4000"/>
                                  </p:iterate>
                                  <p:childTnLst>
                                    <p:set>
                                      <p:cBhvr>
                                        <p:cTn id="6" dur="1" fill="hold">
                                          <p:stCondLst>
                                            <p:cond delay="0"/>
                                          </p:stCondLst>
                                        </p:cTn>
                                        <p:tgtEl>
                                          <p:spTgt spid="1026"/>
                                        </p:tgtEl>
                                        <p:attrNameLst>
                                          <p:attrName>style.visibility</p:attrName>
                                        </p:attrNameLst>
                                      </p:cBhvr>
                                      <p:to>
                                        <p:strVal val="visible"/>
                                      </p:to>
                                    </p:set>
                                    <p:anim calcmode="lin" valueType="num">
                                      <p:cBhvr>
                                        <p:cTn id="7" dur="500" fill="hold"/>
                                        <p:tgtEl>
                                          <p:spTgt spid="1026"/>
                                        </p:tgtEl>
                                        <p:attrNameLst>
                                          <p:attrName>ppt_w</p:attrName>
                                        </p:attrNameLst>
                                      </p:cBhvr>
                                      <p:tavLst>
                                        <p:tav tm="0">
                                          <p:val>
                                            <p:fltVal val="0"/>
                                          </p:val>
                                        </p:tav>
                                        <p:tav tm="100000">
                                          <p:val>
                                            <p:strVal val="#ppt_w"/>
                                          </p:val>
                                        </p:tav>
                                      </p:tavLst>
                                    </p:anim>
                                    <p:anim calcmode="lin" valueType="num">
                                      <p:cBhvr>
                                        <p:cTn id="8" dur="500" fill="hold"/>
                                        <p:tgtEl>
                                          <p:spTgt spid="1026"/>
                                        </p:tgtEl>
                                        <p:attrNameLst>
                                          <p:attrName>ppt_h</p:attrName>
                                        </p:attrNameLst>
                                      </p:cBhvr>
                                      <p:tavLst>
                                        <p:tav tm="0">
                                          <p:val>
                                            <p:fltVal val="0"/>
                                          </p:val>
                                        </p:tav>
                                        <p:tav tm="100000">
                                          <p:val>
                                            <p:strVal val="#ppt_h"/>
                                          </p:val>
                                        </p:tav>
                                      </p:tavLst>
                                    </p:anim>
                                    <p:animEffect transition="in" filter="fade">
                                      <p:cBhvr>
                                        <p:cTn id="9" dur="500"/>
                                        <p:tgtEl>
                                          <p:spTgt spid="1026"/>
                                        </p:tgtEl>
                                      </p:cBhvr>
                                    </p:animEffect>
                                  </p:childTnLst>
                                </p:cTn>
                              </p:par>
                            </p:childTnLst>
                          </p:cTn>
                        </p:par>
                        <p:par>
                          <p:cTn id="10" fill="hold">
                            <p:stCondLst>
                              <p:cond delay="1020"/>
                            </p:stCondLst>
                            <p:childTnLst>
                              <p:par>
                                <p:cTn id="11" presetID="53" presetClass="entr" presetSubtype="0" fill="hold" grpId="0" nodeType="afterEffect">
                                  <p:stCondLst>
                                    <p:cond delay="0"/>
                                  </p:stCondLst>
                                  <p:iterate type="lt">
                                    <p:tmPct val="4000"/>
                                  </p:iterate>
                                  <p:childTnLst>
                                    <p:set>
                                      <p:cBhvr>
                                        <p:cTn id="12" dur="1" fill="hold">
                                          <p:stCondLst>
                                            <p:cond delay="0"/>
                                          </p:stCondLst>
                                        </p:cTn>
                                        <p:tgtEl>
                                          <p:spTgt spid="1027">
                                            <p:txEl>
                                              <p:pRg st="0" end="0"/>
                                            </p:txEl>
                                          </p:spTgt>
                                        </p:tgtEl>
                                        <p:attrNameLst>
                                          <p:attrName>style.visibility</p:attrName>
                                        </p:attrNameLst>
                                      </p:cBhvr>
                                      <p:to>
                                        <p:strVal val="visible"/>
                                      </p:to>
                                    </p:set>
                                    <p:anim calcmode="lin" valueType="num">
                                      <p:cBhvr>
                                        <p:cTn id="13" dur="500" fill="hold"/>
                                        <p:tgtEl>
                                          <p:spTgt spid="1027">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1027">
                                            <p:txEl>
                                              <p:pRg st="0" end="0"/>
                                            </p:txEl>
                                          </p:spTgt>
                                        </p:tgtEl>
                                        <p:attrNameLst>
                                          <p:attrName>ppt_h</p:attrName>
                                        </p:attrNameLst>
                                      </p:cBhvr>
                                      <p:tavLst>
                                        <p:tav tm="0">
                                          <p:val>
                                            <p:fltVal val="0"/>
                                          </p:val>
                                        </p:tav>
                                        <p:tav tm="100000">
                                          <p:val>
                                            <p:strVal val="#ppt_h"/>
                                          </p:val>
                                        </p:tav>
                                      </p:tavLst>
                                    </p:anim>
                                    <p:animEffect transition="in" filter="fade">
                                      <p:cBhvr>
                                        <p:cTn id="15" dur="500"/>
                                        <p:tgtEl>
                                          <p:spTgt spid="1027">
                                            <p:txEl>
                                              <p:pRg st="0" end="0"/>
                                            </p:txEl>
                                          </p:spTgt>
                                        </p:tgtEl>
                                      </p:cBhvr>
                                    </p:animEffect>
                                  </p:childTnLst>
                                </p:cTn>
                              </p:par>
                            </p:childTnLst>
                          </p:cTn>
                        </p:par>
                        <p:par>
                          <p:cTn id="16" fill="hold">
                            <p:stCondLst>
                              <p:cond delay="2040"/>
                            </p:stCondLst>
                            <p:childTnLst>
                              <p:par>
                                <p:cTn id="17" presetID="53" presetClass="entr" presetSubtype="0" fill="hold" grpId="0" nodeType="afterEffect">
                                  <p:stCondLst>
                                    <p:cond delay="0"/>
                                  </p:stCondLst>
                                  <p:iterate type="lt">
                                    <p:tmPct val="4000"/>
                                  </p:iterate>
                                  <p:childTnLst>
                                    <p:set>
                                      <p:cBhvr>
                                        <p:cTn id="18" dur="1" fill="hold">
                                          <p:stCondLst>
                                            <p:cond delay="0"/>
                                          </p:stCondLst>
                                        </p:cTn>
                                        <p:tgtEl>
                                          <p:spTgt spid="1027">
                                            <p:txEl>
                                              <p:pRg st="1" end="1"/>
                                            </p:txEl>
                                          </p:spTgt>
                                        </p:tgtEl>
                                        <p:attrNameLst>
                                          <p:attrName>style.visibility</p:attrName>
                                        </p:attrNameLst>
                                      </p:cBhvr>
                                      <p:to>
                                        <p:strVal val="visible"/>
                                      </p:to>
                                    </p:set>
                                    <p:anim calcmode="lin" valueType="num">
                                      <p:cBhvr>
                                        <p:cTn id="19" dur="500" fill="hold"/>
                                        <p:tgtEl>
                                          <p:spTgt spid="1027">
                                            <p:txEl>
                                              <p:pRg st="1" end="1"/>
                                            </p:txEl>
                                          </p:spTgt>
                                        </p:tgtEl>
                                        <p:attrNameLst>
                                          <p:attrName>ppt_w</p:attrName>
                                        </p:attrNameLst>
                                      </p:cBhvr>
                                      <p:tavLst>
                                        <p:tav tm="0">
                                          <p:val>
                                            <p:fltVal val="0"/>
                                          </p:val>
                                        </p:tav>
                                        <p:tav tm="100000">
                                          <p:val>
                                            <p:strVal val="#ppt_w"/>
                                          </p:val>
                                        </p:tav>
                                      </p:tavLst>
                                    </p:anim>
                                    <p:anim calcmode="lin" valueType="num">
                                      <p:cBhvr>
                                        <p:cTn id="20" dur="500" fill="hold"/>
                                        <p:tgtEl>
                                          <p:spTgt spid="1027">
                                            <p:txEl>
                                              <p:pRg st="1" end="1"/>
                                            </p:txEl>
                                          </p:spTgt>
                                        </p:tgtEl>
                                        <p:attrNameLst>
                                          <p:attrName>ppt_h</p:attrName>
                                        </p:attrNameLst>
                                      </p:cBhvr>
                                      <p:tavLst>
                                        <p:tav tm="0">
                                          <p:val>
                                            <p:fltVal val="0"/>
                                          </p:val>
                                        </p:tav>
                                        <p:tav tm="100000">
                                          <p:val>
                                            <p:strVal val="#ppt_h"/>
                                          </p:val>
                                        </p:tav>
                                      </p:tavLst>
                                    </p:anim>
                                    <p:animEffect transition="in" filter="fade">
                                      <p:cBhvr>
                                        <p:cTn id="21" dur="500"/>
                                        <p:tgtEl>
                                          <p:spTgt spid="1027">
                                            <p:txEl>
                                              <p:pRg st="1" end="1"/>
                                            </p:txEl>
                                          </p:spTgt>
                                        </p:tgtEl>
                                      </p:cBhvr>
                                    </p:animEffect>
                                  </p:childTnLst>
                                </p:cTn>
                              </p:par>
                            </p:childTnLst>
                          </p:cTn>
                        </p:par>
                        <p:par>
                          <p:cTn id="22" fill="hold">
                            <p:stCondLst>
                              <p:cond delay="2740"/>
                            </p:stCondLst>
                            <p:childTnLst>
                              <p:par>
                                <p:cTn id="23" presetID="53" presetClass="entr" presetSubtype="0" fill="hold" grpId="0" nodeType="afterEffect">
                                  <p:stCondLst>
                                    <p:cond delay="0"/>
                                  </p:stCondLst>
                                  <p:iterate type="lt">
                                    <p:tmPct val="4000"/>
                                  </p:iterate>
                                  <p:childTnLst>
                                    <p:set>
                                      <p:cBhvr>
                                        <p:cTn id="24" dur="1" fill="hold">
                                          <p:stCondLst>
                                            <p:cond delay="0"/>
                                          </p:stCondLst>
                                        </p:cTn>
                                        <p:tgtEl>
                                          <p:spTgt spid="1027">
                                            <p:txEl>
                                              <p:pRg st="2" end="2"/>
                                            </p:txEl>
                                          </p:spTgt>
                                        </p:tgtEl>
                                        <p:attrNameLst>
                                          <p:attrName>style.visibility</p:attrName>
                                        </p:attrNameLst>
                                      </p:cBhvr>
                                      <p:to>
                                        <p:strVal val="visible"/>
                                      </p:to>
                                    </p:set>
                                    <p:anim calcmode="lin" valueType="num">
                                      <p:cBhvr>
                                        <p:cTn id="25" dur="500" fill="hold"/>
                                        <p:tgtEl>
                                          <p:spTgt spid="1027">
                                            <p:txEl>
                                              <p:pRg st="2" end="2"/>
                                            </p:txEl>
                                          </p:spTgt>
                                        </p:tgtEl>
                                        <p:attrNameLst>
                                          <p:attrName>ppt_w</p:attrName>
                                        </p:attrNameLst>
                                      </p:cBhvr>
                                      <p:tavLst>
                                        <p:tav tm="0">
                                          <p:val>
                                            <p:fltVal val="0"/>
                                          </p:val>
                                        </p:tav>
                                        <p:tav tm="100000">
                                          <p:val>
                                            <p:strVal val="#ppt_w"/>
                                          </p:val>
                                        </p:tav>
                                      </p:tavLst>
                                    </p:anim>
                                    <p:anim calcmode="lin" valueType="num">
                                      <p:cBhvr>
                                        <p:cTn id="26" dur="500" fill="hold"/>
                                        <p:tgtEl>
                                          <p:spTgt spid="1027">
                                            <p:txEl>
                                              <p:pRg st="2" end="2"/>
                                            </p:txEl>
                                          </p:spTgt>
                                        </p:tgtEl>
                                        <p:attrNameLst>
                                          <p:attrName>ppt_h</p:attrName>
                                        </p:attrNameLst>
                                      </p:cBhvr>
                                      <p:tavLst>
                                        <p:tav tm="0">
                                          <p:val>
                                            <p:fltVal val="0"/>
                                          </p:val>
                                        </p:tav>
                                        <p:tav tm="100000">
                                          <p:val>
                                            <p:strVal val="#ppt_h"/>
                                          </p:val>
                                        </p:tav>
                                      </p:tavLst>
                                    </p:anim>
                                    <p:animEffect transition="in" filter="fade">
                                      <p:cBhvr>
                                        <p:cTn id="27" dur="500"/>
                                        <p:tgtEl>
                                          <p:spTgt spid="1027">
                                            <p:txEl>
                                              <p:pRg st="2" end="2"/>
                                            </p:txEl>
                                          </p:spTgt>
                                        </p:tgtEl>
                                      </p:cBhvr>
                                    </p:animEffect>
                                  </p:childTnLst>
                                </p:cTn>
                              </p:par>
                            </p:childTnLst>
                          </p:cTn>
                        </p:par>
                        <p:par>
                          <p:cTn id="28" fill="hold">
                            <p:stCondLst>
                              <p:cond delay="3420"/>
                            </p:stCondLst>
                            <p:childTnLst>
                              <p:par>
                                <p:cTn id="29" presetID="53" presetClass="entr" presetSubtype="0" fill="hold" grpId="0" nodeType="afterEffect">
                                  <p:stCondLst>
                                    <p:cond delay="0"/>
                                  </p:stCondLst>
                                  <p:iterate type="lt">
                                    <p:tmPct val="4000"/>
                                  </p:iterate>
                                  <p:childTnLst>
                                    <p:set>
                                      <p:cBhvr>
                                        <p:cTn id="30" dur="1" fill="hold">
                                          <p:stCondLst>
                                            <p:cond delay="0"/>
                                          </p:stCondLst>
                                        </p:cTn>
                                        <p:tgtEl>
                                          <p:spTgt spid="1027">
                                            <p:txEl>
                                              <p:pRg st="3" end="3"/>
                                            </p:txEl>
                                          </p:spTgt>
                                        </p:tgtEl>
                                        <p:attrNameLst>
                                          <p:attrName>style.visibility</p:attrName>
                                        </p:attrNameLst>
                                      </p:cBhvr>
                                      <p:to>
                                        <p:strVal val="visible"/>
                                      </p:to>
                                    </p:set>
                                    <p:anim calcmode="lin" valueType="num">
                                      <p:cBhvr>
                                        <p:cTn id="31" dur="500" fill="hold"/>
                                        <p:tgtEl>
                                          <p:spTgt spid="1027">
                                            <p:txEl>
                                              <p:pRg st="3" end="3"/>
                                            </p:txEl>
                                          </p:spTgt>
                                        </p:tgtEl>
                                        <p:attrNameLst>
                                          <p:attrName>ppt_w</p:attrName>
                                        </p:attrNameLst>
                                      </p:cBhvr>
                                      <p:tavLst>
                                        <p:tav tm="0">
                                          <p:val>
                                            <p:fltVal val="0"/>
                                          </p:val>
                                        </p:tav>
                                        <p:tav tm="100000">
                                          <p:val>
                                            <p:strVal val="#ppt_w"/>
                                          </p:val>
                                        </p:tav>
                                      </p:tavLst>
                                    </p:anim>
                                    <p:anim calcmode="lin" valueType="num">
                                      <p:cBhvr>
                                        <p:cTn id="32" dur="500" fill="hold"/>
                                        <p:tgtEl>
                                          <p:spTgt spid="1027">
                                            <p:txEl>
                                              <p:pRg st="3" end="3"/>
                                            </p:txEl>
                                          </p:spTgt>
                                        </p:tgtEl>
                                        <p:attrNameLst>
                                          <p:attrName>ppt_h</p:attrName>
                                        </p:attrNameLst>
                                      </p:cBhvr>
                                      <p:tavLst>
                                        <p:tav tm="0">
                                          <p:val>
                                            <p:fltVal val="0"/>
                                          </p:val>
                                        </p:tav>
                                        <p:tav tm="100000">
                                          <p:val>
                                            <p:strVal val="#ppt_h"/>
                                          </p:val>
                                        </p:tav>
                                      </p:tavLst>
                                    </p:anim>
                                    <p:animEffect transition="in" filter="fade">
                                      <p:cBhvr>
                                        <p:cTn id="33" dur="500"/>
                                        <p:tgtEl>
                                          <p:spTgt spid="1027">
                                            <p:txEl>
                                              <p:pRg st="3" end="3"/>
                                            </p:txEl>
                                          </p:spTgt>
                                        </p:tgtEl>
                                      </p:cBhvr>
                                    </p:animEffect>
                                  </p:childTnLst>
                                </p:cTn>
                              </p:par>
                            </p:childTnLst>
                          </p:cTn>
                        </p:par>
                        <p:par>
                          <p:cTn id="34" fill="hold">
                            <p:stCondLst>
                              <p:cond delay="4120"/>
                            </p:stCondLst>
                            <p:childTnLst>
                              <p:par>
                                <p:cTn id="35" presetID="53" presetClass="entr" presetSubtype="0" fill="hold" grpId="0" nodeType="afterEffect">
                                  <p:stCondLst>
                                    <p:cond delay="0"/>
                                  </p:stCondLst>
                                  <p:iterate type="lt">
                                    <p:tmPct val="4000"/>
                                  </p:iterate>
                                  <p:childTnLst>
                                    <p:set>
                                      <p:cBhvr>
                                        <p:cTn id="36" dur="1" fill="hold">
                                          <p:stCondLst>
                                            <p:cond delay="0"/>
                                          </p:stCondLst>
                                        </p:cTn>
                                        <p:tgtEl>
                                          <p:spTgt spid="1027">
                                            <p:txEl>
                                              <p:pRg st="4" end="4"/>
                                            </p:txEl>
                                          </p:spTgt>
                                        </p:tgtEl>
                                        <p:attrNameLst>
                                          <p:attrName>style.visibility</p:attrName>
                                        </p:attrNameLst>
                                      </p:cBhvr>
                                      <p:to>
                                        <p:strVal val="visible"/>
                                      </p:to>
                                    </p:set>
                                    <p:anim calcmode="lin" valueType="num">
                                      <p:cBhvr>
                                        <p:cTn id="37" dur="500" fill="hold"/>
                                        <p:tgtEl>
                                          <p:spTgt spid="1027">
                                            <p:txEl>
                                              <p:pRg st="4" end="4"/>
                                            </p:txEl>
                                          </p:spTgt>
                                        </p:tgtEl>
                                        <p:attrNameLst>
                                          <p:attrName>ppt_w</p:attrName>
                                        </p:attrNameLst>
                                      </p:cBhvr>
                                      <p:tavLst>
                                        <p:tav tm="0">
                                          <p:val>
                                            <p:fltVal val="0"/>
                                          </p:val>
                                        </p:tav>
                                        <p:tav tm="100000">
                                          <p:val>
                                            <p:strVal val="#ppt_w"/>
                                          </p:val>
                                        </p:tav>
                                      </p:tavLst>
                                    </p:anim>
                                    <p:anim calcmode="lin" valueType="num">
                                      <p:cBhvr>
                                        <p:cTn id="38" dur="500" fill="hold"/>
                                        <p:tgtEl>
                                          <p:spTgt spid="1027">
                                            <p:txEl>
                                              <p:pRg st="4" end="4"/>
                                            </p:txEl>
                                          </p:spTgt>
                                        </p:tgtEl>
                                        <p:attrNameLst>
                                          <p:attrName>ppt_h</p:attrName>
                                        </p:attrNameLst>
                                      </p:cBhvr>
                                      <p:tavLst>
                                        <p:tav tm="0">
                                          <p:val>
                                            <p:fltVal val="0"/>
                                          </p:val>
                                        </p:tav>
                                        <p:tav tm="100000">
                                          <p:val>
                                            <p:strVal val="#ppt_h"/>
                                          </p:val>
                                        </p:tav>
                                      </p:tavLst>
                                    </p:anim>
                                    <p:animEffect transition="in" filter="fade">
                                      <p:cBhvr>
                                        <p:cTn id="39"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p:bldP spid="1027" grpId="0" build="p">
        <p:tmplLst>
          <p:tmpl lvl="1">
            <p:tnLst>
              <p:par>
                <p:cTn presetID="53" presetClass="entr" presetSubtype="0" fill="hold" nodeType="afterEffect">
                  <p:stCondLst>
                    <p:cond delay="0"/>
                  </p:stCondLst>
                  <p:iterate type="lt">
                    <p:tmPct val="4000"/>
                  </p:iterate>
                  <p:childTnLst>
                    <p:set>
                      <p:cBhvr>
                        <p:cTn dur="1" fill="hold">
                          <p:stCondLst>
                            <p:cond delay="0"/>
                          </p:stCondLst>
                        </p:cTn>
                        <p:tgtEl>
                          <p:spTgt spid="1027"/>
                        </p:tgtEl>
                        <p:attrNameLst>
                          <p:attrName>style.visibility</p:attrName>
                        </p:attrNameLst>
                      </p:cBhvr>
                      <p:to>
                        <p:strVal val="visible"/>
                      </p:to>
                    </p:set>
                    <p:anim calcmode="lin" valueType="num">
                      <p:cBhvr>
                        <p:cTn dur="500" fill="hold"/>
                        <p:tgtEl>
                          <p:spTgt spid="1027"/>
                        </p:tgtEl>
                        <p:attrNameLst>
                          <p:attrName>ppt_w</p:attrName>
                        </p:attrNameLst>
                      </p:cBhvr>
                      <p:tavLst>
                        <p:tav tm="0">
                          <p:val>
                            <p:fltVal val="0"/>
                          </p:val>
                        </p:tav>
                        <p:tav tm="100000">
                          <p:val>
                            <p:strVal val="#ppt_w"/>
                          </p:val>
                        </p:tav>
                      </p:tavLst>
                    </p:anim>
                    <p:anim calcmode="lin" valueType="num">
                      <p:cBhvr>
                        <p:cTn dur="500" fill="hold"/>
                        <p:tgtEl>
                          <p:spTgt spid="1027"/>
                        </p:tgtEl>
                        <p:attrNameLst>
                          <p:attrName>ppt_h</p:attrName>
                        </p:attrNameLst>
                      </p:cBhvr>
                      <p:tavLst>
                        <p:tav tm="0">
                          <p:val>
                            <p:fltVal val="0"/>
                          </p:val>
                        </p:tav>
                        <p:tav tm="100000">
                          <p:val>
                            <p:strVal val="#ppt_h"/>
                          </p:val>
                        </p:tav>
                      </p:tavLst>
                    </p:anim>
                    <p:animEffect transition="in" filter="fade">
                      <p:cBhvr>
                        <p:cTn dur="500"/>
                        <p:tgtEl>
                          <p:spTgt spid="1027"/>
                        </p:tgtEl>
                      </p:cBhvr>
                    </p:animEffect>
                  </p:childTnLst>
                </p:cTn>
              </p:par>
            </p:tnLst>
          </p:tmpl>
          <p:tmpl lvl="2">
            <p:tnLst>
              <p:par>
                <p:cTn presetID="53" presetClass="entr" presetSubtype="0" fill="hold" nodeType="afterEffect">
                  <p:stCondLst>
                    <p:cond delay="0"/>
                  </p:stCondLst>
                  <p:iterate type="lt">
                    <p:tmPct val="4000"/>
                  </p:iterate>
                  <p:childTnLst>
                    <p:set>
                      <p:cBhvr>
                        <p:cTn dur="1" fill="hold">
                          <p:stCondLst>
                            <p:cond delay="0"/>
                          </p:stCondLst>
                        </p:cTn>
                        <p:tgtEl>
                          <p:spTgt spid="1027"/>
                        </p:tgtEl>
                        <p:attrNameLst>
                          <p:attrName>style.visibility</p:attrName>
                        </p:attrNameLst>
                      </p:cBhvr>
                      <p:to>
                        <p:strVal val="visible"/>
                      </p:to>
                    </p:set>
                    <p:anim calcmode="lin" valueType="num">
                      <p:cBhvr>
                        <p:cTn dur="500" fill="hold"/>
                        <p:tgtEl>
                          <p:spTgt spid="1027"/>
                        </p:tgtEl>
                        <p:attrNameLst>
                          <p:attrName>ppt_w</p:attrName>
                        </p:attrNameLst>
                      </p:cBhvr>
                      <p:tavLst>
                        <p:tav tm="0">
                          <p:val>
                            <p:fltVal val="0"/>
                          </p:val>
                        </p:tav>
                        <p:tav tm="100000">
                          <p:val>
                            <p:strVal val="#ppt_w"/>
                          </p:val>
                        </p:tav>
                      </p:tavLst>
                    </p:anim>
                    <p:anim calcmode="lin" valueType="num">
                      <p:cBhvr>
                        <p:cTn dur="500" fill="hold"/>
                        <p:tgtEl>
                          <p:spTgt spid="1027"/>
                        </p:tgtEl>
                        <p:attrNameLst>
                          <p:attrName>ppt_h</p:attrName>
                        </p:attrNameLst>
                      </p:cBhvr>
                      <p:tavLst>
                        <p:tav tm="0">
                          <p:val>
                            <p:fltVal val="0"/>
                          </p:val>
                        </p:tav>
                        <p:tav tm="100000">
                          <p:val>
                            <p:strVal val="#ppt_h"/>
                          </p:val>
                        </p:tav>
                      </p:tavLst>
                    </p:anim>
                    <p:animEffect transition="in" filter="fade">
                      <p:cBhvr>
                        <p:cTn dur="500"/>
                        <p:tgtEl>
                          <p:spTgt spid="1027"/>
                        </p:tgtEl>
                      </p:cBhvr>
                    </p:animEffect>
                  </p:childTnLst>
                </p:cTn>
              </p:par>
            </p:tnLst>
          </p:tmpl>
          <p:tmpl lvl="3">
            <p:tnLst>
              <p:par>
                <p:cTn presetID="53" presetClass="entr" presetSubtype="0" fill="hold" nodeType="afterEffect">
                  <p:stCondLst>
                    <p:cond delay="0"/>
                  </p:stCondLst>
                  <p:iterate type="lt">
                    <p:tmPct val="4000"/>
                  </p:iterate>
                  <p:childTnLst>
                    <p:set>
                      <p:cBhvr>
                        <p:cTn dur="1" fill="hold">
                          <p:stCondLst>
                            <p:cond delay="0"/>
                          </p:stCondLst>
                        </p:cTn>
                        <p:tgtEl>
                          <p:spTgt spid="1027"/>
                        </p:tgtEl>
                        <p:attrNameLst>
                          <p:attrName>style.visibility</p:attrName>
                        </p:attrNameLst>
                      </p:cBhvr>
                      <p:to>
                        <p:strVal val="visible"/>
                      </p:to>
                    </p:set>
                    <p:anim calcmode="lin" valueType="num">
                      <p:cBhvr>
                        <p:cTn dur="500" fill="hold"/>
                        <p:tgtEl>
                          <p:spTgt spid="1027"/>
                        </p:tgtEl>
                        <p:attrNameLst>
                          <p:attrName>ppt_w</p:attrName>
                        </p:attrNameLst>
                      </p:cBhvr>
                      <p:tavLst>
                        <p:tav tm="0">
                          <p:val>
                            <p:fltVal val="0"/>
                          </p:val>
                        </p:tav>
                        <p:tav tm="100000">
                          <p:val>
                            <p:strVal val="#ppt_w"/>
                          </p:val>
                        </p:tav>
                      </p:tavLst>
                    </p:anim>
                    <p:anim calcmode="lin" valueType="num">
                      <p:cBhvr>
                        <p:cTn dur="500" fill="hold"/>
                        <p:tgtEl>
                          <p:spTgt spid="1027"/>
                        </p:tgtEl>
                        <p:attrNameLst>
                          <p:attrName>ppt_h</p:attrName>
                        </p:attrNameLst>
                      </p:cBhvr>
                      <p:tavLst>
                        <p:tav tm="0">
                          <p:val>
                            <p:fltVal val="0"/>
                          </p:val>
                        </p:tav>
                        <p:tav tm="100000">
                          <p:val>
                            <p:strVal val="#ppt_h"/>
                          </p:val>
                        </p:tav>
                      </p:tavLst>
                    </p:anim>
                    <p:animEffect transition="in" filter="fade">
                      <p:cBhvr>
                        <p:cTn dur="500"/>
                        <p:tgtEl>
                          <p:spTgt spid="1027"/>
                        </p:tgtEl>
                      </p:cBhvr>
                    </p:animEffect>
                  </p:childTnLst>
                </p:cTn>
              </p:par>
            </p:tnLst>
          </p:tmpl>
          <p:tmpl lvl="4">
            <p:tnLst>
              <p:par>
                <p:cTn presetID="53" presetClass="entr" presetSubtype="0" fill="hold" nodeType="afterEffect">
                  <p:stCondLst>
                    <p:cond delay="0"/>
                  </p:stCondLst>
                  <p:iterate type="lt">
                    <p:tmPct val="4000"/>
                  </p:iterate>
                  <p:childTnLst>
                    <p:set>
                      <p:cBhvr>
                        <p:cTn dur="1" fill="hold">
                          <p:stCondLst>
                            <p:cond delay="0"/>
                          </p:stCondLst>
                        </p:cTn>
                        <p:tgtEl>
                          <p:spTgt spid="1027"/>
                        </p:tgtEl>
                        <p:attrNameLst>
                          <p:attrName>style.visibility</p:attrName>
                        </p:attrNameLst>
                      </p:cBhvr>
                      <p:to>
                        <p:strVal val="visible"/>
                      </p:to>
                    </p:set>
                    <p:anim calcmode="lin" valueType="num">
                      <p:cBhvr>
                        <p:cTn dur="500" fill="hold"/>
                        <p:tgtEl>
                          <p:spTgt spid="1027"/>
                        </p:tgtEl>
                        <p:attrNameLst>
                          <p:attrName>ppt_w</p:attrName>
                        </p:attrNameLst>
                      </p:cBhvr>
                      <p:tavLst>
                        <p:tav tm="0">
                          <p:val>
                            <p:fltVal val="0"/>
                          </p:val>
                        </p:tav>
                        <p:tav tm="100000">
                          <p:val>
                            <p:strVal val="#ppt_w"/>
                          </p:val>
                        </p:tav>
                      </p:tavLst>
                    </p:anim>
                    <p:anim calcmode="lin" valueType="num">
                      <p:cBhvr>
                        <p:cTn dur="500" fill="hold"/>
                        <p:tgtEl>
                          <p:spTgt spid="1027"/>
                        </p:tgtEl>
                        <p:attrNameLst>
                          <p:attrName>ppt_h</p:attrName>
                        </p:attrNameLst>
                      </p:cBhvr>
                      <p:tavLst>
                        <p:tav tm="0">
                          <p:val>
                            <p:fltVal val="0"/>
                          </p:val>
                        </p:tav>
                        <p:tav tm="100000">
                          <p:val>
                            <p:strVal val="#ppt_h"/>
                          </p:val>
                        </p:tav>
                      </p:tavLst>
                    </p:anim>
                    <p:animEffect transition="in" filter="fade">
                      <p:cBhvr>
                        <p:cTn dur="500"/>
                        <p:tgtEl>
                          <p:spTgt spid="1027"/>
                        </p:tgtEl>
                      </p:cBhvr>
                    </p:animEffect>
                  </p:childTnLst>
                </p:cTn>
              </p:par>
            </p:tnLst>
          </p:tmpl>
          <p:tmpl lvl="5">
            <p:tnLst>
              <p:par>
                <p:cTn presetID="53" presetClass="entr" presetSubtype="0" fill="hold" nodeType="afterEffect">
                  <p:stCondLst>
                    <p:cond delay="0"/>
                  </p:stCondLst>
                  <p:iterate type="lt">
                    <p:tmPct val="4000"/>
                  </p:iterate>
                  <p:childTnLst>
                    <p:set>
                      <p:cBhvr>
                        <p:cTn dur="1" fill="hold">
                          <p:stCondLst>
                            <p:cond delay="0"/>
                          </p:stCondLst>
                        </p:cTn>
                        <p:tgtEl>
                          <p:spTgt spid="1027"/>
                        </p:tgtEl>
                        <p:attrNameLst>
                          <p:attrName>style.visibility</p:attrName>
                        </p:attrNameLst>
                      </p:cBhvr>
                      <p:to>
                        <p:strVal val="visible"/>
                      </p:to>
                    </p:set>
                    <p:anim calcmode="lin" valueType="num">
                      <p:cBhvr>
                        <p:cTn dur="500" fill="hold"/>
                        <p:tgtEl>
                          <p:spTgt spid="1027"/>
                        </p:tgtEl>
                        <p:attrNameLst>
                          <p:attrName>ppt_w</p:attrName>
                        </p:attrNameLst>
                      </p:cBhvr>
                      <p:tavLst>
                        <p:tav tm="0">
                          <p:val>
                            <p:fltVal val="0"/>
                          </p:val>
                        </p:tav>
                        <p:tav tm="100000">
                          <p:val>
                            <p:strVal val="#ppt_w"/>
                          </p:val>
                        </p:tav>
                      </p:tavLst>
                    </p:anim>
                    <p:anim calcmode="lin" valueType="num">
                      <p:cBhvr>
                        <p:cTn dur="500" fill="hold"/>
                        <p:tgtEl>
                          <p:spTgt spid="1027"/>
                        </p:tgtEl>
                        <p:attrNameLst>
                          <p:attrName>ppt_h</p:attrName>
                        </p:attrNameLst>
                      </p:cBhvr>
                      <p:tavLst>
                        <p:tav tm="0">
                          <p:val>
                            <p:fltVal val="0"/>
                          </p:val>
                        </p:tav>
                        <p:tav tm="100000">
                          <p:val>
                            <p:strVal val="#ppt_h"/>
                          </p:val>
                        </p:tav>
                      </p:tavLst>
                    </p:anim>
                    <p:animEffect transition="in" filter="fade">
                      <p:cBhvr>
                        <p:cTn dur="500"/>
                        <p:tgtEl>
                          <p:spTgt spid="1027"/>
                        </p:tgtEl>
                      </p:cBhvr>
                    </p:animEffect>
                  </p:childTnLst>
                </p:cTn>
              </p:par>
            </p:tnLst>
          </p:tmpl>
        </p:tmplLst>
      </p:bldP>
    </p:bldLst>
  </p:timing>
  <p:hf hdr="0" ftr="0" dt="0"/>
  <p:txStyles>
    <p:titleStyle>
      <a:lvl1pPr algn="l" rtl="0" eaLnBrk="1" fontAlgn="base" hangingPunct="1">
        <a:spcBef>
          <a:spcPct val="0"/>
        </a:spcBef>
        <a:spcAft>
          <a:spcPct val="0"/>
        </a:spcAft>
        <a:defRPr sz="2800">
          <a:solidFill>
            <a:schemeClr val="tx2"/>
          </a:solidFill>
          <a:latin typeface="+mj-lt"/>
          <a:ea typeface="+mj-ea"/>
          <a:cs typeface="+mj-cs"/>
        </a:defRPr>
      </a:lvl1pPr>
      <a:lvl2pPr algn="l" rtl="0" eaLnBrk="1" fontAlgn="base" hangingPunct="1">
        <a:spcBef>
          <a:spcPct val="0"/>
        </a:spcBef>
        <a:spcAft>
          <a:spcPct val="0"/>
        </a:spcAft>
        <a:defRPr sz="2800">
          <a:solidFill>
            <a:schemeClr val="tx2"/>
          </a:solidFill>
          <a:latin typeface="Arial" charset="0"/>
        </a:defRPr>
      </a:lvl2pPr>
      <a:lvl3pPr algn="l" rtl="0" eaLnBrk="1" fontAlgn="base" hangingPunct="1">
        <a:spcBef>
          <a:spcPct val="0"/>
        </a:spcBef>
        <a:spcAft>
          <a:spcPct val="0"/>
        </a:spcAft>
        <a:defRPr sz="2800">
          <a:solidFill>
            <a:schemeClr val="tx2"/>
          </a:solidFill>
          <a:latin typeface="Arial" charset="0"/>
        </a:defRPr>
      </a:lvl3pPr>
      <a:lvl4pPr algn="l" rtl="0" eaLnBrk="1" fontAlgn="base" hangingPunct="1">
        <a:spcBef>
          <a:spcPct val="0"/>
        </a:spcBef>
        <a:spcAft>
          <a:spcPct val="0"/>
        </a:spcAft>
        <a:defRPr sz="2800">
          <a:solidFill>
            <a:schemeClr val="tx2"/>
          </a:solidFill>
          <a:latin typeface="Arial" charset="0"/>
        </a:defRPr>
      </a:lvl4pPr>
      <a:lvl5pPr algn="l" rtl="0" eaLnBrk="1" fontAlgn="base" hangingPunct="1">
        <a:spcBef>
          <a:spcPct val="0"/>
        </a:spcBef>
        <a:spcAft>
          <a:spcPct val="0"/>
        </a:spcAft>
        <a:defRPr sz="2800">
          <a:solidFill>
            <a:schemeClr val="tx2"/>
          </a:solidFill>
          <a:latin typeface="Arial" charset="0"/>
        </a:defRPr>
      </a:lvl5pPr>
      <a:lvl6pPr marL="457200" algn="l" rtl="0" eaLnBrk="1" fontAlgn="base" hangingPunct="1">
        <a:spcBef>
          <a:spcPct val="0"/>
        </a:spcBef>
        <a:spcAft>
          <a:spcPct val="0"/>
        </a:spcAft>
        <a:defRPr sz="2800">
          <a:solidFill>
            <a:schemeClr val="tx2"/>
          </a:solidFill>
          <a:latin typeface="Arial" charset="0"/>
        </a:defRPr>
      </a:lvl6pPr>
      <a:lvl7pPr marL="914400" algn="l" rtl="0" eaLnBrk="1" fontAlgn="base" hangingPunct="1">
        <a:spcBef>
          <a:spcPct val="0"/>
        </a:spcBef>
        <a:spcAft>
          <a:spcPct val="0"/>
        </a:spcAft>
        <a:defRPr sz="2800">
          <a:solidFill>
            <a:schemeClr val="tx2"/>
          </a:solidFill>
          <a:latin typeface="Arial" charset="0"/>
        </a:defRPr>
      </a:lvl7pPr>
      <a:lvl8pPr marL="1371600" algn="l" rtl="0" eaLnBrk="1" fontAlgn="base" hangingPunct="1">
        <a:spcBef>
          <a:spcPct val="0"/>
        </a:spcBef>
        <a:spcAft>
          <a:spcPct val="0"/>
        </a:spcAft>
        <a:defRPr sz="2800">
          <a:solidFill>
            <a:schemeClr val="tx2"/>
          </a:solidFill>
          <a:latin typeface="Arial" charset="0"/>
        </a:defRPr>
      </a:lvl8pPr>
      <a:lvl9pPr marL="1828800" algn="l" rtl="0" eaLnBrk="1" fontAlgn="base" hangingPunct="1">
        <a:spcBef>
          <a:spcPct val="0"/>
        </a:spcBef>
        <a:spcAft>
          <a:spcPct val="0"/>
        </a:spcAft>
        <a:defRPr sz="2800">
          <a:solidFill>
            <a:schemeClr val="tx2"/>
          </a:solidFill>
          <a:latin typeface="Arial"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ChangeArrowheads="1"/>
          </p:cNvSpPr>
          <p:nvPr/>
        </p:nvSpPr>
        <p:spPr bwMode="auto">
          <a:xfrm>
            <a:off x="0" y="0"/>
            <a:ext cx="9144000" cy="6858000"/>
          </a:xfrm>
          <a:prstGeom prst="rect">
            <a:avLst/>
          </a:prstGeom>
          <a:gradFill rotWithShape="1">
            <a:gsLst>
              <a:gs pos="0">
                <a:schemeClr val="bg1"/>
              </a:gs>
              <a:gs pos="100000">
                <a:srgbClr val="D9D9D9"/>
              </a:gs>
            </a:gsLst>
            <a:lin ang="5400000" scaled="1"/>
          </a:gradFill>
          <a:ln w="9525">
            <a:noFill/>
            <a:miter lim="800000"/>
            <a:headEnd/>
            <a:tailEnd/>
          </a:ln>
          <a:effectLst/>
        </p:spPr>
        <p:txBody>
          <a:bodyPr wrap="none" anchor="ctr"/>
          <a:lstStyle/>
          <a:p>
            <a:pPr algn="ctr"/>
            <a:endParaRPr lang="en-US" dirty="0"/>
          </a:p>
        </p:txBody>
      </p:sp>
      <p:sp>
        <p:nvSpPr>
          <p:cNvPr id="7171" name="Rectangle 3"/>
          <p:cNvSpPr>
            <a:spLocks noChangeArrowheads="1"/>
          </p:cNvSpPr>
          <p:nvPr/>
        </p:nvSpPr>
        <p:spPr bwMode="auto">
          <a:xfrm>
            <a:off x="-93663" y="6453188"/>
            <a:ext cx="8532813" cy="366712"/>
          </a:xfrm>
          <a:prstGeom prst="rect">
            <a:avLst/>
          </a:prstGeom>
          <a:noFill/>
          <a:ln w="9525" algn="ctr">
            <a:noFill/>
            <a:miter lim="800000"/>
            <a:headEnd/>
            <a:tailEnd/>
          </a:ln>
          <a:effectLst/>
        </p:spPr>
        <p:txBody>
          <a:bodyPr lIns="0" tIns="0" rIns="0" bIns="0" anchor="ctr"/>
          <a:lstStyle/>
          <a:p>
            <a:pPr algn="r"/>
            <a:r>
              <a:rPr lang="en-US" sz="1200" dirty="0">
                <a:solidFill>
                  <a:srgbClr val="4D4D4D"/>
                </a:solidFill>
                <a:latin typeface="Neo Sans" pitchFamily="34" charset="0"/>
              </a:rPr>
              <a:t>m62 </a:t>
            </a:r>
            <a:r>
              <a:rPr lang="en-US" sz="1200" dirty="0" err="1">
                <a:solidFill>
                  <a:srgbClr val="4D4D4D"/>
                </a:solidFill>
                <a:latin typeface="Neo Sans" pitchFamily="34" charset="0"/>
              </a:rPr>
              <a:t>visualcommunications</a:t>
            </a:r>
            <a:r>
              <a:rPr lang="en-US" sz="1200" dirty="0">
                <a:solidFill>
                  <a:srgbClr val="4D4D4D"/>
                </a:solidFill>
                <a:latin typeface="Neo Sans" pitchFamily="34" charset="0"/>
              </a:rPr>
              <a:t> is the global leader in presentation effectiveness, from offices in the UK, USA, and Singapore</a:t>
            </a:r>
          </a:p>
        </p:txBody>
      </p:sp>
      <p:pic>
        <p:nvPicPr>
          <p:cNvPr id="7172" name="Picture 4" descr="m62-logo">
            <a:hlinkClick r:id="rId13"/>
          </p:cNvPr>
          <p:cNvPicPr>
            <a:picLocks noChangeAspect="1" noChangeArrowheads="1"/>
          </p:cNvPicPr>
          <p:nvPr/>
        </p:nvPicPr>
        <p:blipFill>
          <a:blip r:embed="rId14" cstate="print"/>
          <a:srcRect/>
          <a:stretch>
            <a:fillRect/>
          </a:stretch>
        </p:blipFill>
        <p:spPr bwMode="auto">
          <a:xfrm>
            <a:off x="8502650" y="6484938"/>
            <a:ext cx="381000" cy="257175"/>
          </a:xfrm>
          <a:prstGeom prst="rect">
            <a:avLst/>
          </a:prstGeom>
          <a:noFill/>
        </p:spPr>
      </p:pic>
      <p:pic>
        <p:nvPicPr>
          <p:cNvPr id="7173" name="Picture 5" descr="1">
            <a:hlinkClick r:id="rId15"/>
          </p:cNvPr>
          <p:cNvPicPr>
            <a:picLocks noChangeAspect="1" noChangeArrowheads="1"/>
          </p:cNvPicPr>
          <p:nvPr/>
        </p:nvPicPr>
        <p:blipFill>
          <a:blip r:embed="rId16" cstate="print"/>
          <a:srcRect/>
          <a:stretch>
            <a:fillRect/>
          </a:stretch>
        </p:blipFill>
        <p:spPr bwMode="auto">
          <a:xfrm>
            <a:off x="260350" y="777875"/>
            <a:ext cx="2000250" cy="1457325"/>
          </a:xfrm>
          <a:prstGeom prst="rect">
            <a:avLst/>
          </a:prstGeom>
          <a:noFill/>
        </p:spPr>
      </p:pic>
      <p:pic>
        <p:nvPicPr>
          <p:cNvPr id="7174" name="Picture 6" descr="2">
            <a:hlinkClick r:id="rId17"/>
          </p:cNvPr>
          <p:cNvPicPr>
            <a:picLocks noChangeAspect="1" noChangeArrowheads="1"/>
          </p:cNvPicPr>
          <p:nvPr/>
        </p:nvPicPr>
        <p:blipFill>
          <a:blip r:embed="rId18" cstate="print"/>
          <a:srcRect/>
          <a:stretch>
            <a:fillRect/>
          </a:stretch>
        </p:blipFill>
        <p:spPr bwMode="auto">
          <a:xfrm>
            <a:off x="287338" y="2673350"/>
            <a:ext cx="2000250" cy="1457325"/>
          </a:xfrm>
          <a:prstGeom prst="rect">
            <a:avLst/>
          </a:prstGeom>
          <a:noFill/>
        </p:spPr>
      </p:pic>
      <p:pic>
        <p:nvPicPr>
          <p:cNvPr id="7175" name="Picture 7" descr="3">
            <a:hlinkClick r:id="rId19"/>
          </p:cNvPr>
          <p:cNvPicPr>
            <a:picLocks noChangeAspect="1" noChangeArrowheads="1"/>
          </p:cNvPicPr>
          <p:nvPr/>
        </p:nvPicPr>
        <p:blipFill>
          <a:blip r:embed="rId20" cstate="print"/>
          <a:srcRect/>
          <a:stretch>
            <a:fillRect/>
          </a:stretch>
        </p:blipFill>
        <p:spPr bwMode="auto">
          <a:xfrm>
            <a:off x="287338" y="4568825"/>
            <a:ext cx="2000250" cy="1457325"/>
          </a:xfrm>
          <a:prstGeom prst="rect">
            <a:avLst/>
          </a:prstGeom>
          <a:noFill/>
        </p:spPr>
      </p:pic>
      <p:sp>
        <p:nvSpPr>
          <p:cNvPr id="7176" name="Text Box 8">
            <a:hlinkClick r:id="rId15"/>
          </p:cNvPr>
          <p:cNvSpPr txBox="1">
            <a:spLocks noChangeArrowheads="1"/>
          </p:cNvSpPr>
          <p:nvPr/>
        </p:nvSpPr>
        <p:spPr bwMode="auto">
          <a:xfrm>
            <a:off x="379413" y="2290763"/>
            <a:ext cx="1636712" cy="212725"/>
          </a:xfrm>
          <a:prstGeom prst="rect">
            <a:avLst/>
          </a:prstGeom>
          <a:noFill/>
          <a:ln w="9525" algn="ctr">
            <a:noFill/>
            <a:miter lim="800000"/>
            <a:headEnd/>
            <a:tailEnd/>
          </a:ln>
          <a:effectLst/>
        </p:spPr>
        <p:txBody>
          <a:bodyPr wrap="none" lIns="0" tIns="0" rIns="0" bIns="0" anchor="ctr">
            <a:spAutoFit/>
          </a:bodyPr>
          <a:lstStyle/>
          <a:p>
            <a:r>
              <a:rPr lang="en-US" sz="1400">
                <a:solidFill>
                  <a:srgbClr val="135971"/>
                </a:solidFill>
                <a:latin typeface="Neo Sans" pitchFamily="34" charset="0"/>
              </a:rPr>
              <a:t>Beyond Bullet Points</a:t>
            </a:r>
          </a:p>
        </p:txBody>
      </p:sp>
      <p:sp>
        <p:nvSpPr>
          <p:cNvPr id="7177" name="Text Box 9">
            <a:hlinkClick r:id="rId17"/>
          </p:cNvPr>
          <p:cNvSpPr txBox="1">
            <a:spLocks noChangeArrowheads="1"/>
          </p:cNvSpPr>
          <p:nvPr/>
        </p:nvSpPr>
        <p:spPr bwMode="auto">
          <a:xfrm>
            <a:off x="379413" y="4189413"/>
            <a:ext cx="1417637" cy="212725"/>
          </a:xfrm>
          <a:prstGeom prst="rect">
            <a:avLst/>
          </a:prstGeom>
          <a:noFill/>
          <a:ln w="9525" algn="ctr">
            <a:noFill/>
            <a:miter lim="800000"/>
            <a:headEnd/>
            <a:tailEnd/>
          </a:ln>
          <a:effectLst/>
        </p:spPr>
        <p:txBody>
          <a:bodyPr wrap="none" lIns="0" tIns="0" rIns="0" bIns="0" anchor="ctr">
            <a:spAutoFit/>
          </a:bodyPr>
          <a:lstStyle/>
          <a:p>
            <a:r>
              <a:rPr lang="en-US" sz="1400">
                <a:solidFill>
                  <a:srgbClr val="135971"/>
                </a:solidFill>
                <a:latin typeface="Neo Sans" pitchFamily="34" charset="0"/>
              </a:rPr>
              <a:t>PowerPoint Slides</a:t>
            </a:r>
          </a:p>
        </p:txBody>
      </p:sp>
      <p:sp>
        <p:nvSpPr>
          <p:cNvPr id="7178" name="Text Box 10">
            <a:hlinkClick r:id="rId19"/>
          </p:cNvPr>
          <p:cNvSpPr txBox="1">
            <a:spLocks noChangeArrowheads="1"/>
          </p:cNvSpPr>
          <p:nvPr/>
        </p:nvSpPr>
        <p:spPr bwMode="auto">
          <a:xfrm>
            <a:off x="379413" y="6084888"/>
            <a:ext cx="1598612" cy="212725"/>
          </a:xfrm>
          <a:prstGeom prst="rect">
            <a:avLst/>
          </a:prstGeom>
          <a:noFill/>
          <a:ln w="9525" algn="ctr">
            <a:noFill/>
            <a:miter lim="800000"/>
            <a:headEnd/>
            <a:tailEnd/>
          </a:ln>
          <a:effectLst/>
        </p:spPr>
        <p:txBody>
          <a:bodyPr wrap="none" lIns="0" tIns="0" rIns="0" bIns="0" anchor="ctr">
            <a:spAutoFit/>
          </a:bodyPr>
          <a:lstStyle/>
          <a:p>
            <a:r>
              <a:rPr lang="en-US" sz="1400">
                <a:solidFill>
                  <a:srgbClr val="135971"/>
                </a:solidFill>
                <a:latin typeface="Neo Sans" pitchFamily="34" charset="0"/>
              </a:rPr>
              <a:t>PowerPoint Training</a:t>
            </a:r>
          </a:p>
        </p:txBody>
      </p:sp>
      <p:pic>
        <p:nvPicPr>
          <p:cNvPr id="7179" name="Picture 11" descr="bg"/>
          <p:cNvPicPr>
            <a:picLocks noChangeAspect="1" noChangeArrowheads="1"/>
          </p:cNvPicPr>
          <p:nvPr/>
        </p:nvPicPr>
        <p:blipFill>
          <a:blip r:embed="rId21" cstate="print"/>
          <a:srcRect/>
          <a:stretch>
            <a:fillRect/>
          </a:stretch>
        </p:blipFill>
        <p:spPr bwMode="auto">
          <a:xfrm>
            <a:off x="2520950" y="777875"/>
            <a:ext cx="6362700" cy="5248275"/>
          </a:xfrm>
          <a:prstGeom prst="rect">
            <a:avLst/>
          </a:prstGeom>
          <a:noFill/>
        </p:spPr>
      </p:pic>
      <p:sp>
        <p:nvSpPr>
          <p:cNvPr id="7180" name="Text Box 12"/>
          <p:cNvSpPr txBox="1">
            <a:spLocks noChangeArrowheads="1"/>
          </p:cNvSpPr>
          <p:nvPr/>
        </p:nvSpPr>
        <p:spPr bwMode="auto">
          <a:xfrm>
            <a:off x="28575" y="188913"/>
            <a:ext cx="9115425" cy="366712"/>
          </a:xfrm>
          <a:prstGeom prst="rect">
            <a:avLst/>
          </a:prstGeom>
          <a:noFill/>
          <a:ln w="9525" algn="ctr">
            <a:noFill/>
            <a:miter lim="800000"/>
            <a:headEnd/>
            <a:tailEnd/>
          </a:ln>
          <a:effectLst/>
        </p:spPr>
        <p:txBody>
          <a:bodyPr lIns="0" tIns="0" rIns="0" bIns="0" anchor="ctr"/>
          <a:lstStyle/>
          <a:p>
            <a:pPr algn="ctr"/>
            <a:r>
              <a:rPr lang="en-US" sz="2100">
                <a:solidFill>
                  <a:srgbClr val="333333"/>
                </a:solidFill>
                <a:latin typeface="Neo Sans" pitchFamily="34" charset="0"/>
              </a:rPr>
              <a:t>It’s not the </a:t>
            </a:r>
            <a:r>
              <a:rPr lang="en-US" sz="2100" b="1">
                <a:solidFill>
                  <a:srgbClr val="333333"/>
                </a:solidFill>
                <a:latin typeface="Neo Sans" pitchFamily="34" charset="0"/>
              </a:rPr>
              <a:t>design</a:t>
            </a:r>
            <a:r>
              <a:rPr lang="en-US" sz="2100">
                <a:solidFill>
                  <a:srgbClr val="333333"/>
                </a:solidFill>
                <a:latin typeface="Neo Sans" pitchFamily="34" charset="0"/>
              </a:rPr>
              <a:t> of your template, it’s what you </a:t>
            </a:r>
            <a:r>
              <a:rPr lang="en-US" sz="2100" b="1">
                <a:solidFill>
                  <a:srgbClr val="333333"/>
                </a:solidFill>
                <a:latin typeface="Neo Sans" pitchFamily="34" charset="0"/>
              </a:rPr>
              <a:t>do with it</a:t>
            </a:r>
            <a:r>
              <a:rPr lang="en-US" sz="2100">
                <a:solidFill>
                  <a:srgbClr val="333333"/>
                </a:solidFill>
                <a:latin typeface="Neo Sans" pitchFamily="34" charset="0"/>
              </a:rPr>
              <a:t> that counts</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hdr="0" ftr="0" dt="0"/>
  <p:txStyles>
    <p:titleStyle>
      <a:lvl1pPr algn="ctr" rtl="0" fontAlgn="base">
        <a:spcBef>
          <a:spcPct val="0"/>
        </a:spcBef>
        <a:spcAft>
          <a:spcPct val="0"/>
        </a:spcAft>
        <a:defRPr sz="2000">
          <a:solidFill>
            <a:srgbClr val="333333"/>
          </a:solidFill>
          <a:latin typeface="+mj-lt"/>
          <a:ea typeface="+mj-ea"/>
          <a:cs typeface="+mj-cs"/>
        </a:defRPr>
      </a:lvl1pPr>
      <a:lvl2pPr algn="ctr" rtl="0" fontAlgn="base">
        <a:spcBef>
          <a:spcPct val="0"/>
        </a:spcBef>
        <a:spcAft>
          <a:spcPct val="0"/>
        </a:spcAft>
        <a:defRPr sz="2000">
          <a:solidFill>
            <a:srgbClr val="333333"/>
          </a:solidFill>
          <a:latin typeface="Neo Sans" pitchFamily="34" charset="0"/>
        </a:defRPr>
      </a:lvl2pPr>
      <a:lvl3pPr algn="ctr" rtl="0" fontAlgn="base">
        <a:spcBef>
          <a:spcPct val="0"/>
        </a:spcBef>
        <a:spcAft>
          <a:spcPct val="0"/>
        </a:spcAft>
        <a:defRPr sz="2000">
          <a:solidFill>
            <a:srgbClr val="333333"/>
          </a:solidFill>
          <a:latin typeface="Neo Sans" pitchFamily="34" charset="0"/>
        </a:defRPr>
      </a:lvl3pPr>
      <a:lvl4pPr algn="ctr" rtl="0" fontAlgn="base">
        <a:spcBef>
          <a:spcPct val="0"/>
        </a:spcBef>
        <a:spcAft>
          <a:spcPct val="0"/>
        </a:spcAft>
        <a:defRPr sz="2000">
          <a:solidFill>
            <a:srgbClr val="333333"/>
          </a:solidFill>
          <a:latin typeface="Neo Sans" pitchFamily="34" charset="0"/>
        </a:defRPr>
      </a:lvl4pPr>
      <a:lvl5pPr algn="ctr" rtl="0" fontAlgn="base">
        <a:spcBef>
          <a:spcPct val="0"/>
        </a:spcBef>
        <a:spcAft>
          <a:spcPct val="0"/>
        </a:spcAft>
        <a:defRPr sz="2000">
          <a:solidFill>
            <a:srgbClr val="333333"/>
          </a:solidFill>
          <a:latin typeface="Neo Sans" pitchFamily="34" charset="0"/>
        </a:defRPr>
      </a:lvl5pPr>
      <a:lvl6pPr marL="457200" algn="ctr" rtl="0" fontAlgn="base">
        <a:spcBef>
          <a:spcPct val="0"/>
        </a:spcBef>
        <a:spcAft>
          <a:spcPct val="0"/>
        </a:spcAft>
        <a:defRPr sz="2000">
          <a:solidFill>
            <a:srgbClr val="333333"/>
          </a:solidFill>
          <a:latin typeface="Neo Sans" pitchFamily="34" charset="0"/>
        </a:defRPr>
      </a:lvl6pPr>
      <a:lvl7pPr marL="914400" algn="ctr" rtl="0" fontAlgn="base">
        <a:spcBef>
          <a:spcPct val="0"/>
        </a:spcBef>
        <a:spcAft>
          <a:spcPct val="0"/>
        </a:spcAft>
        <a:defRPr sz="2000">
          <a:solidFill>
            <a:srgbClr val="333333"/>
          </a:solidFill>
          <a:latin typeface="Neo Sans" pitchFamily="34" charset="0"/>
        </a:defRPr>
      </a:lvl7pPr>
      <a:lvl8pPr marL="1371600" algn="ctr" rtl="0" fontAlgn="base">
        <a:spcBef>
          <a:spcPct val="0"/>
        </a:spcBef>
        <a:spcAft>
          <a:spcPct val="0"/>
        </a:spcAft>
        <a:defRPr sz="2000">
          <a:solidFill>
            <a:srgbClr val="333333"/>
          </a:solidFill>
          <a:latin typeface="Neo Sans" pitchFamily="34" charset="0"/>
        </a:defRPr>
      </a:lvl8pPr>
      <a:lvl9pPr marL="1828800" algn="ctr" rtl="0" fontAlgn="base">
        <a:spcBef>
          <a:spcPct val="0"/>
        </a:spcBef>
        <a:spcAft>
          <a:spcPct val="0"/>
        </a:spcAft>
        <a:defRPr sz="2000">
          <a:solidFill>
            <a:srgbClr val="333333"/>
          </a:solidFill>
          <a:latin typeface="Neo Sans" pitchFamily="34"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8.w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9.w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457200" y="1676400"/>
            <a:ext cx="8382000" cy="1470025"/>
          </a:xfrm>
        </p:spPr>
        <p:txBody>
          <a:bodyPr/>
          <a:lstStyle/>
          <a:p>
            <a:r>
              <a:rPr lang="en-US" sz="4400" b="1" dirty="0"/>
              <a:t/>
            </a:r>
            <a:br>
              <a:rPr lang="en-US" sz="4400" b="1" dirty="0"/>
            </a:br>
            <a:r>
              <a:rPr lang="en-US" sz="4200" b="1" dirty="0" smtClean="0">
                <a:solidFill>
                  <a:srgbClr val="024069"/>
                </a:solidFill>
              </a:rPr>
              <a:t>Object Oriented Programming</a:t>
            </a:r>
            <a:r>
              <a:rPr lang="en-US" sz="4200" b="1" dirty="0">
                <a:solidFill>
                  <a:srgbClr val="024069"/>
                </a:solidFill>
              </a:rPr>
              <a:t/>
            </a:r>
            <a:br>
              <a:rPr lang="en-US" sz="4200" b="1" dirty="0">
                <a:solidFill>
                  <a:srgbClr val="024069"/>
                </a:solidFill>
              </a:rPr>
            </a:br>
            <a:r>
              <a:rPr lang="en-US" sz="4200" b="1" dirty="0">
                <a:solidFill>
                  <a:srgbClr val="024069"/>
                </a:solidFill>
              </a:rPr>
              <a:t>CSE </a:t>
            </a:r>
            <a:r>
              <a:rPr lang="en-US" sz="4200" b="1" dirty="0" smtClean="0">
                <a:solidFill>
                  <a:srgbClr val="024069"/>
                </a:solidFill>
              </a:rPr>
              <a:t>2101</a:t>
            </a:r>
            <a:r>
              <a:rPr lang="en-US" sz="4400" b="1" dirty="0">
                <a:solidFill>
                  <a:srgbClr val="024069"/>
                </a:solidFill>
              </a:rPr>
              <a:t/>
            </a:r>
            <a:br>
              <a:rPr lang="en-US" sz="4400" b="1" dirty="0">
                <a:solidFill>
                  <a:srgbClr val="024069"/>
                </a:solidFill>
              </a:rPr>
            </a:br>
            <a:r>
              <a:rPr lang="en-US" sz="4400" b="1" dirty="0">
                <a:solidFill>
                  <a:srgbClr val="024069"/>
                </a:solidFill>
              </a:rPr>
              <a:t/>
            </a:r>
            <a:br>
              <a:rPr lang="en-US" sz="4400" b="1" dirty="0">
                <a:solidFill>
                  <a:srgbClr val="024069"/>
                </a:solidFill>
              </a:rPr>
            </a:br>
            <a:r>
              <a:rPr lang="en-US" sz="2800" b="1" dirty="0">
                <a:solidFill>
                  <a:srgbClr val="024069"/>
                </a:solidFill>
              </a:rPr>
              <a:t>Lecture </a:t>
            </a:r>
            <a:r>
              <a:rPr lang="en-US" sz="2800" b="1">
                <a:solidFill>
                  <a:srgbClr val="024069"/>
                </a:solidFill>
              </a:rPr>
              <a:t>- </a:t>
            </a:r>
            <a:r>
              <a:rPr lang="en-US" sz="2800" b="1" smtClean="0">
                <a:solidFill>
                  <a:srgbClr val="024069"/>
                </a:solidFill>
              </a:rPr>
              <a:t>04</a:t>
            </a:r>
            <a:r>
              <a:rPr lang="en-US" sz="3200" b="1" dirty="0"/>
              <a:t/>
            </a:r>
            <a:br>
              <a:rPr lang="en-US" sz="3200" b="1" dirty="0"/>
            </a:br>
            <a:endParaRPr lang="en-US" sz="3200" b="1" dirty="0"/>
          </a:p>
        </p:txBody>
      </p:sp>
      <p:sp>
        <p:nvSpPr>
          <p:cNvPr id="2051" name="Rectangle 3"/>
          <p:cNvSpPr>
            <a:spLocks noGrp="1" noChangeArrowheads="1"/>
          </p:cNvSpPr>
          <p:nvPr>
            <p:ph type="subTitle" idx="1"/>
          </p:nvPr>
        </p:nvSpPr>
        <p:spPr>
          <a:xfrm>
            <a:off x="1371600" y="4267200"/>
            <a:ext cx="6934200" cy="1752600"/>
          </a:xfrm>
        </p:spPr>
        <p:txBody>
          <a:bodyPr/>
          <a:lstStyle/>
          <a:p>
            <a:r>
              <a:rPr lang="en-US" dirty="0"/>
              <a:t>Jubayer Al Mahmud</a:t>
            </a:r>
          </a:p>
          <a:p>
            <a:r>
              <a:rPr lang="en-US" sz="2400" dirty="0" smtClean="0"/>
              <a:t>Lecturer</a:t>
            </a:r>
            <a:endParaRPr lang="en-US" sz="2400" dirty="0"/>
          </a:p>
          <a:p>
            <a:r>
              <a:rPr lang="en-US" sz="2400" dirty="0" smtClean="0"/>
              <a:t>Jashore </a:t>
            </a:r>
            <a:r>
              <a:rPr lang="en-US" sz="2400" dirty="0"/>
              <a:t>University of </a:t>
            </a:r>
            <a:r>
              <a:rPr lang="en-US" sz="2400" dirty="0" smtClean="0"/>
              <a:t>Science </a:t>
            </a:r>
            <a:r>
              <a:rPr lang="en-US" sz="2400" dirty="0"/>
              <a:t>&amp; Technology</a:t>
            </a:r>
          </a:p>
          <a:p>
            <a:endParaRPr lang="en-US" dirty="0"/>
          </a:p>
          <a:p>
            <a:endParaRPr lang="en-US" dirty="0"/>
          </a:p>
          <a:p>
            <a:endParaRPr lang="en-US" dirty="0"/>
          </a:p>
        </p:txBody>
      </p:sp>
      <p:sp>
        <p:nvSpPr>
          <p:cNvPr id="2078" name="AutoShape 30"/>
          <p:cNvSpPr>
            <a:spLocks noChangeAspect="1" noChangeArrowheads="1" noTextEdit="1"/>
          </p:cNvSpPr>
          <p:nvPr/>
        </p:nvSpPr>
        <p:spPr bwMode="auto">
          <a:xfrm>
            <a:off x="468313" y="6367463"/>
            <a:ext cx="958850" cy="981075"/>
          </a:xfrm>
          <a:prstGeom prst="rect">
            <a:avLst/>
          </a:prstGeom>
          <a:noFill/>
          <a:ln w="9525">
            <a:noFill/>
            <a:miter lim="800000"/>
            <a:headEnd/>
            <a:tailEnd/>
          </a:ln>
        </p:spPr>
        <p:txBody>
          <a:bodyPr/>
          <a:lstStyle/>
          <a:p>
            <a:endParaRPr lang="en-US"/>
          </a:p>
        </p:txBody>
      </p:sp>
      <p:grpSp>
        <p:nvGrpSpPr>
          <p:cNvPr id="2115" name="Group 67"/>
          <p:cNvGrpSpPr>
            <a:grpSpLocks/>
          </p:cNvGrpSpPr>
          <p:nvPr/>
        </p:nvGrpSpPr>
        <p:grpSpPr bwMode="auto">
          <a:xfrm>
            <a:off x="228600" y="1371600"/>
            <a:ext cx="431800" cy="430213"/>
            <a:chOff x="5129" y="3937"/>
            <a:chExt cx="349" cy="348"/>
          </a:xfrm>
        </p:grpSpPr>
        <p:sp>
          <p:nvSpPr>
            <p:cNvPr id="2116" name="Freeform 68"/>
            <p:cNvSpPr>
              <a:spLocks/>
            </p:cNvSpPr>
            <p:nvPr/>
          </p:nvSpPr>
          <p:spPr bwMode="auto">
            <a:xfrm>
              <a:off x="5193" y="3937"/>
              <a:ext cx="156" cy="87"/>
            </a:xfrm>
            <a:custGeom>
              <a:avLst/>
              <a:gdLst/>
              <a:ahLst/>
              <a:cxnLst>
                <a:cxn ang="0">
                  <a:pos x="180" y="88"/>
                </a:cxn>
                <a:cxn ang="0">
                  <a:pos x="206" y="8"/>
                </a:cxn>
                <a:cxn ang="0">
                  <a:pos x="206" y="8"/>
                </a:cxn>
                <a:cxn ang="0">
                  <a:pos x="178" y="2"/>
                </a:cxn>
                <a:cxn ang="0">
                  <a:pos x="150" y="0"/>
                </a:cxn>
                <a:cxn ang="0">
                  <a:pos x="124" y="0"/>
                </a:cxn>
                <a:cxn ang="0">
                  <a:pos x="96" y="4"/>
                </a:cxn>
                <a:cxn ang="0">
                  <a:pos x="70" y="12"/>
                </a:cxn>
                <a:cxn ang="0">
                  <a:pos x="46" y="22"/>
                </a:cxn>
                <a:cxn ang="0">
                  <a:pos x="22" y="36"/>
                </a:cxn>
                <a:cxn ang="0">
                  <a:pos x="0" y="50"/>
                </a:cxn>
                <a:cxn ang="0">
                  <a:pos x="58" y="114"/>
                </a:cxn>
                <a:cxn ang="0">
                  <a:pos x="58" y="114"/>
                </a:cxn>
                <a:cxn ang="0">
                  <a:pos x="72" y="106"/>
                </a:cxn>
                <a:cxn ang="0">
                  <a:pos x="86" y="98"/>
                </a:cxn>
                <a:cxn ang="0">
                  <a:pos x="100" y="92"/>
                </a:cxn>
                <a:cxn ang="0">
                  <a:pos x="116" y="88"/>
                </a:cxn>
                <a:cxn ang="0">
                  <a:pos x="130" y="86"/>
                </a:cxn>
                <a:cxn ang="0">
                  <a:pos x="146" y="84"/>
                </a:cxn>
                <a:cxn ang="0">
                  <a:pos x="164" y="86"/>
                </a:cxn>
                <a:cxn ang="0">
                  <a:pos x="180" y="88"/>
                </a:cxn>
                <a:cxn ang="0">
                  <a:pos x="180" y="88"/>
                </a:cxn>
              </a:cxnLst>
              <a:rect l="0" t="0" r="r" b="b"/>
              <a:pathLst>
                <a:path w="206" h="114">
                  <a:moveTo>
                    <a:pt x="180" y="88"/>
                  </a:moveTo>
                  <a:lnTo>
                    <a:pt x="206" y="8"/>
                  </a:lnTo>
                  <a:lnTo>
                    <a:pt x="206" y="8"/>
                  </a:lnTo>
                  <a:lnTo>
                    <a:pt x="178" y="2"/>
                  </a:lnTo>
                  <a:lnTo>
                    <a:pt x="150" y="0"/>
                  </a:lnTo>
                  <a:lnTo>
                    <a:pt x="124" y="0"/>
                  </a:lnTo>
                  <a:lnTo>
                    <a:pt x="96" y="4"/>
                  </a:lnTo>
                  <a:lnTo>
                    <a:pt x="70" y="12"/>
                  </a:lnTo>
                  <a:lnTo>
                    <a:pt x="46" y="22"/>
                  </a:lnTo>
                  <a:lnTo>
                    <a:pt x="22" y="36"/>
                  </a:lnTo>
                  <a:lnTo>
                    <a:pt x="0" y="50"/>
                  </a:lnTo>
                  <a:lnTo>
                    <a:pt x="58" y="114"/>
                  </a:lnTo>
                  <a:lnTo>
                    <a:pt x="58" y="114"/>
                  </a:lnTo>
                  <a:lnTo>
                    <a:pt x="72" y="106"/>
                  </a:lnTo>
                  <a:lnTo>
                    <a:pt x="86" y="98"/>
                  </a:lnTo>
                  <a:lnTo>
                    <a:pt x="100" y="92"/>
                  </a:lnTo>
                  <a:lnTo>
                    <a:pt x="116" y="88"/>
                  </a:lnTo>
                  <a:lnTo>
                    <a:pt x="130" y="86"/>
                  </a:lnTo>
                  <a:lnTo>
                    <a:pt x="146" y="84"/>
                  </a:lnTo>
                  <a:lnTo>
                    <a:pt x="164" y="86"/>
                  </a:lnTo>
                  <a:lnTo>
                    <a:pt x="180" y="88"/>
                  </a:lnTo>
                  <a:lnTo>
                    <a:pt x="180" y="88"/>
                  </a:lnTo>
                  <a:close/>
                </a:path>
              </a:pathLst>
            </a:custGeom>
            <a:solidFill>
              <a:schemeClr val="tx1"/>
            </a:solidFill>
            <a:ln w="9525">
              <a:noFill/>
              <a:round/>
              <a:headEnd/>
              <a:tailEnd/>
            </a:ln>
          </p:spPr>
          <p:txBody>
            <a:bodyPr/>
            <a:lstStyle/>
            <a:p>
              <a:endParaRPr lang="en-US"/>
            </a:p>
          </p:txBody>
        </p:sp>
        <p:sp>
          <p:nvSpPr>
            <p:cNvPr id="2117" name="Freeform 69"/>
            <p:cNvSpPr>
              <a:spLocks/>
            </p:cNvSpPr>
            <p:nvPr/>
          </p:nvSpPr>
          <p:spPr bwMode="auto">
            <a:xfrm>
              <a:off x="5383" y="4083"/>
              <a:ext cx="95" cy="152"/>
            </a:xfrm>
            <a:custGeom>
              <a:avLst/>
              <a:gdLst/>
              <a:ahLst/>
              <a:cxnLst>
                <a:cxn ang="0">
                  <a:pos x="32" y="82"/>
                </a:cxn>
                <a:cxn ang="0">
                  <a:pos x="32" y="82"/>
                </a:cxn>
                <a:cxn ang="0">
                  <a:pos x="26" y="96"/>
                </a:cxn>
                <a:cxn ang="0">
                  <a:pos x="20" y="110"/>
                </a:cxn>
                <a:cxn ang="0">
                  <a:pos x="10" y="124"/>
                </a:cxn>
                <a:cxn ang="0">
                  <a:pos x="0" y="136"/>
                </a:cxn>
                <a:cxn ang="0">
                  <a:pos x="58" y="200"/>
                </a:cxn>
                <a:cxn ang="0">
                  <a:pos x="58" y="200"/>
                </a:cxn>
                <a:cxn ang="0">
                  <a:pos x="76" y="180"/>
                </a:cxn>
                <a:cxn ang="0">
                  <a:pos x="92" y="158"/>
                </a:cxn>
                <a:cxn ang="0">
                  <a:pos x="104" y="134"/>
                </a:cxn>
                <a:cxn ang="0">
                  <a:pos x="114" y="108"/>
                </a:cxn>
                <a:cxn ang="0">
                  <a:pos x="114" y="108"/>
                </a:cxn>
                <a:cxn ang="0">
                  <a:pos x="122" y="80"/>
                </a:cxn>
                <a:cxn ang="0">
                  <a:pos x="126" y="54"/>
                </a:cxn>
                <a:cxn ang="0">
                  <a:pos x="126" y="26"/>
                </a:cxn>
                <a:cxn ang="0">
                  <a:pos x="122" y="0"/>
                </a:cxn>
                <a:cxn ang="0">
                  <a:pos x="38" y="18"/>
                </a:cxn>
                <a:cxn ang="0">
                  <a:pos x="38" y="18"/>
                </a:cxn>
                <a:cxn ang="0">
                  <a:pos x="40" y="34"/>
                </a:cxn>
                <a:cxn ang="0">
                  <a:pos x="40" y="50"/>
                </a:cxn>
                <a:cxn ang="0">
                  <a:pos x="38" y="66"/>
                </a:cxn>
                <a:cxn ang="0">
                  <a:pos x="32" y="82"/>
                </a:cxn>
                <a:cxn ang="0">
                  <a:pos x="32" y="82"/>
                </a:cxn>
              </a:cxnLst>
              <a:rect l="0" t="0" r="r" b="b"/>
              <a:pathLst>
                <a:path w="126" h="200">
                  <a:moveTo>
                    <a:pt x="32" y="82"/>
                  </a:moveTo>
                  <a:lnTo>
                    <a:pt x="32" y="82"/>
                  </a:lnTo>
                  <a:lnTo>
                    <a:pt x="26" y="96"/>
                  </a:lnTo>
                  <a:lnTo>
                    <a:pt x="20" y="110"/>
                  </a:lnTo>
                  <a:lnTo>
                    <a:pt x="10" y="124"/>
                  </a:lnTo>
                  <a:lnTo>
                    <a:pt x="0" y="136"/>
                  </a:lnTo>
                  <a:lnTo>
                    <a:pt x="58" y="200"/>
                  </a:lnTo>
                  <a:lnTo>
                    <a:pt x="58" y="200"/>
                  </a:lnTo>
                  <a:lnTo>
                    <a:pt x="76" y="180"/>
                  </a:lnTo>
                  <a:lnTo>
                    <a:pt x="92" y="158"/>
                  </a:lnTo>
                  <a:lnTo>
                    <a:pt x="104" y="134"/>
                  </a:lnTo>
                  <a:lnTo>
                    <a:pt x="114" y="108"/>
                  </a:lnTo>
                  <a:lnTo>
                    <a:pt x="114" y="108"/>
                  </a:lnTo>
                  <a:lnTo>
                    <a:pt x="122" y="80"/>
                  </a:lnTo>
                  <a:lnTo>
                    <a:pt x="126" y="54"/>
                  </a:lnTo>
                  <a:lnTo>
                    <a:pt x="126" y="26"/>
                  </a:lnTo>
                  <a:lnTo>
                    <a:pt x="122" y="0"/>
                  </a:lnTo>
                  <a:lnTo>
                    <a:pt x="38" y="18"/>
                  </a:lnTo>
                  <a:lnTo>
                    <a:pt x="38" y="18"/>
                  </a:lnTo>
                  <a:lnTo>
                    <a:pt x="40" y="34"/>
                  </a:lnTo>
                  <a:lnTo>
                    <a:pt x="40" y="50"/>
                  </a:lnTo>
                  <a:lnTo>
                    <a:pt x="38" y="66"/>
                  </a:lnTo>
                  <a:lnTo>
                    <a:pt x="32" y="82"/>
                  </a:lnTo>
                  <a:lnTo>
                    <a:pt x="32" y="82"/>
                  </a:lnTo>
                  <a:close/>
                </a:path>
              </a:pathLst>
            </a:custGeom>
            <a:solidFill>
              <a:srgbClr val="0066CC"/>
            </a:solidFill>
            <a:ln w="9525">
              <a:noFill/>
              <a:round/>
              <a:headEnd/>
              <a:tailEnd/>
            </a:ln>
          </p:spPr>
          <p:txBody>
            <a:bodyPr/>
            <a:lstStyle/>
            <a:p>
              <a:endParaRPr lang="en-US"/>
            </a:p>
          </p:txBody>
        </p:sp>
        <p:sp>
          <p:nvSpPr>
            <p:cNvPr id="2118" name="Freeform 70"/>
            <p:cNvSpPr>
              <a:spLocks/>
            </p:cNvSpPr>
            <p:nvPr/>
          </p:nvSpPr>
          <p:spPr bwMode="auto">
            <a:xfrm>
              <a:off x="5129" y="3987"/>
              <a:ext cx="96" cy="152"/>
            </a:xfrm>
            <a:custGeom>
              <a:avLst/>
              <a:gdLst/>
              <a:ahLst/>
              <a:cxnLst>
                <a:cxn ang="0">
                  <a:pos x="92" y="118"/>
                </a:cxn>
                <a:cxn ang="0">
                  <a:pos x="92" y="118"/>
                </a:cxn>
                <a:cxn ang="0">
                  <a:pos x="98" y="104"/>
                </a:cxn>
                <a:cxn ang="0">
                  <a:pos x="106" y="88"/>
                </a:cxn>
                <a:cxn ang="0">
                  <a:pos x="116" y="76"/>
                </a:cxn>
                <a:cxn ang="0">
                  <a:pos x="126" y="64"/>
                </a:cxn>
                <a:cxn ang="0">
                  <a:pos x="68" y="0"/>
                </a:cxn>
                <a:cxn ang="0">
                  <a:pos x="68" y="0"/>
                </a:cxn>
                <a:cxn ang="0">
                  <a:pos x="50" y="20"/>
                </a:cxn>
                <a:cxn ang="0">
                  <a:pos x="34" y="42"/>
                </a:cxn>
                <a:cxn ang="0">
                  <a:pos x="22" y="66"/>
                </a:cxn>
                <a:cxn ang="0">
                  <a:pos x="12" y="92"/>
                </a:cxn>
                <a:cxn ang="0">
                  <a:pos x="12" y="92"/>
                </a:cxn>
                <a:cxn ang="0">
                  <a:pos x="4" y="118"/>
                </a:cxn>
                <a:cxn ang="0">
                  <a:pos x="0" y="146"/>
                </a:cxn>
                <a:cxn ang="0">
                  <a:pos x="0" y="174"/>
                </a:cxn>
                <a:cxn ang="0">
                  <a:pos x="4" y="200"/>
                </a:cxn>
                <a:cxn ang="0">
                  <a:pos x="88" y="182"/>
                </a:cxn>
                <a:cxn ang="0">
                  <a:pos x="88" y="182"/>
                </a:cxn>
                <a:cxn ang="0">
                  <a:pos x="86" y="166"/>
                </a:cxn>
                <a:cxn ang="0">
                  <a:pos x="86" y="150"/>
                </a:cxn>
                <a:cxn ang="0">
                  <a:pos x="88" y="134"/>
                </a:cxn>
                <a:cxn ang="0">
                  <a:pos x="92" y="118"/>
                </a:cxn>
                <a:cxn ang="0">
                  <a:pos x="92" y="118"/>
                </a:cxn>
              </a:cxnLst>
              <a:rect l="0" t="0" r="r" b="b"/>
              <a:pathLst>
                <a:path w="126" h="200">
                  <a:moveTo>
                    <a:pt x="92" y="118"/>
                  </a:moveTo>
                  <a:lnTo>
                    <a:pt x="92" y="118"/>
                  </a:lnTo>
                  <a:lnTo>
                    <a:pt x="98" y="104"/>
                  </a:lnTo>
                  <a:lnTo>
                    <a:pt x="106" y="88"/>
                  </a:lnTo>
                  <a:lnTo>
                    <a:pt x="116" y="76"/>
                  </a:lnTo>
                  <a:lnTo>
                    <a:pt x="126" y="64"/>
                  </a:lnTo>
                  <a:lnTo>
                    <a:pt x="68" y="0"/>
                  </a:lnTo>
                  <a:lnTo>
                    <a:pt x="68" y="0"/>
                  </a:lnTo>
                  <a:lnTo>
                    <a:pt x="50" y="20"/>
                  </a:lnTo>
                  <a:lnTo>
                    <a:pt x="34" y="42"/>
                  </a:lnTo>
                  <a:lnTo>
                    <a:pt x="22" y="66"/>
                  </a:lnTo>
                  <a:lnTo>
                    <a:pt x="12" y="92"/>
                  </a:lnTo>
                  <a:lnTo>
                    <a:pt x="12" y="92"/>
                  </a:lnTo>
                  <a:lnTo>
                    <a:pt x="4" y="118"/>
                  </a:lnTo>
                  <a:lnTo>
                    <a:pt x="0" y="146"/>
                  </a:lnTo>
                  <a:lnTo>
                    <a:pt x="0" y="174"/>
                  </a:lnTo>
                  <a:lnTo>
                    <a:pt x="4" y="200"/>
                  </a:lnTo>
                  <a:lnTo>
                    <a:pt x="88" y="182"/>
                  </a:lnTo>
                  <a:lnTo>
                    <a:pt x="88" y="182"/>
                  </a:lnTo>
                  <a:lnTo>
                    <a:pt x="86" y="166"/>
                  </a:lnTo>
                  <a:lnTo>
                    <a:pt x="86" y="150"/>
                  </a:lnTo>
                  <a:lnTo>
                    <a:pt x="88" y="134"/>
                  </a:lnTo>
                  <a:lnTo>
                    <a:pt x="92" y="118"/>
                  </a:lnTo>
                  <a:lnTo>
                    <a:pt x="92" y="118"/>
                  </a:lnTo>
                  <a:close/>
                </a:path>
              </a:pathLst>
            </a:custGeom>
            <a:solidFill>
              <a:srgbClr val="0066CC"/>
            </a:solidFill>
            <a:ln w="9525">
              <a:noFill/>
              <a:round/>
              <a:headEnd/>
              <a:tailEnd/>
            </a:ln>
          </p:spPr>
          <p:txBody>
            <a:bodyPr/>
            <a:lstStyle/>
            <a:p>
              <a:endParaRPr lang="en-US"/>
            </a:p>
          </p:txBody>
        </p:sp>
        <p:sp>
          <p:nvSpPr>
            <p:cNvPr id="2119" name="Freeform 71"/>
            <p:cNvSpPr>
              <a:spLocks/>
            </p:cNvSpPr>
            <p:nvPr/>
          </p:nvSpPr>
          <p:spPr bwMode="auto">
            <a:xfrm>
              <a:off x="5135" y="4142"/>
              <a:ext cx="126" cy="132"/>
            </a:xfrm>
            <a:custGeom>
              <a:avLst/>
              <a:gdLst/>
              <a:ahLst/>
              <a:cxnLst>
                <a:cxn ang="0">
                  <a:pos x="84" y="0"/>
                </a:cxn>
                <a:cxn ang="0">
                  <a:pos x="0" y="18"/>
                </a:cxn>
                <a:cxn ang="0">
                  <a:pos x="0" y="18"/>
                </a:cxn>
                <a:cxn ang="0">
                  <a:pos x="8" y="44"/>
                </a:cxn>
                <a:cxn ang="0">
                  <a:pos x="20" y="68"/>
                </a:cxn>
                <a:cxn ang="0">
                  <a:pos x="34" y="90"/>
                </a:cxn>
                <a:cxn ang="0">
                  <a:pos x="50" y="112"/>
                </a:cxn>
                <a:cxn ang="0">
                  <a:pos x="70" y="130"/>
                </a:cxn>
                <a:cxn ang="0">
                  <a:pos x="90" y="148"/>
                </a:cxn>
                <a:cxn ang="0">
                  <a:pos x="114" y="162"/>
                </a:cxn>
                <a:cxn ang="0">
                  <a:pos x="140" y="174"/>
                </a:cxn>
                <a:cxn ang="0">
                  <a:pos x="166" y="92"/>
                </a:cxn>
                <a:cxn ang="0">
                  <a:pos x="166" y="92"/>
                </a:cxn>
                <a:cxn ang="0">
                  <a:pos x="152" y="84"/>
                </a:cxn>
                <a:cxn ang="0">
                  <a:pos x="138" y="76"/>
                </a:cxn>
                <a:cxn ang="0">
                  <a:pos x="126" y="66"/>
                </a:cxn>
                <a:cxn ang="0">
                  <a:pos x="114" y="54"/>
                </a:cxn>
                <a:cxn ang="0">
                  <a:pos x="104" y="42"/>
                </a:cxn>
                <a:cxn ang="0">
                  <a:pos x="96" y="28"/>
                </a:cxn>
                <a:cxn ang="0">
                  <a:pos x="90" y="14"/>
                </a:cxn>
                <a:cxn ang="0">
                  <a:pos x="84" y="0"/>
                </a:cxn>
                <a:cxn ang="0">
                  <a:pos x="84" y="0"/>
                </a:cxn>
              </a:cxnLst>
              <a:rect l="0" t="0" r="r" b="b"/>
              <a:pathLst>
                <a:path w="166" h="174">
                  <a:moveTo>
                    <a:pt x="84" y="0"/>
                  </a:moveTo>
                  <a:lnTo>
                    <a:pt x="0" y="18"/>
                  </a:lnTo>
                  <a:lnTo>
                    <a:pt x="0" y="18"/>
                  </a:lnTo>
                  <a:lnTo>
                    <a:pt x="8" y="44"/>
                  </a:lnTo>
                  <a:lnTo>
                    <a:pt x="20" y="68"/>
                  </a:lnTo>
                  <a:lnTo>
                    <a:pt x="34" y="90"/>
                  </a:lnTo>
                  <a:lnTo>
                    <a:pt x="50" y="112"/>
                  </a:lnTo>
                  <a:lnTo>
                    <a:pt x="70" y="130"/>
                  </a:lnTo>
                  <a:lnTo>
                    <a:pt x="90" y="148"/>
                  </a:lnTo>
                  <a:lnTo>
                    <a:pt x="114" y="162"/>
                  </a:lnTo>
                  <a:lnTo>
                    <a:pt x="140" y="174"/>
                  </a:lnTo>
                  <a:lnTo>
                    <a:pt x="166" y="92"/>
                  </a:lnTo>
                  <a:lnTo>
                    <a:pt x="166" y="92"/>
                  </a:lnTo>
                  <a:lnTo>
                    <a:pt x="152" y="84"/>
                  </a:lnTo>
                  <a:lnTo>
                    <a:pt x="138" y="76"/>
                  </a:lnTo>
                  <a:lnTo>
                    <a:pt x="126" y="66"/>
                  </a:lnTo>
                  <a:lnTo>
                    <a:pt x="114" y="54"/>
                  </a:lnTo>
                  <a:lnTo>
                    <a:pt x="104" y="42"/>
                  </a:lnTo>
                  <a:lnTo>
                    <a:pt x="96" y="28"/>
                  </a:lnTo>
                  <a:lnTo>
                    <a:pt x="90" y="14"/>
                  </a:lnTo>
                  <a:lnTo>
                    <a:pt x="84" y="0"/>
                  </a:lnTo>
                  <a:lnTo>
                    <a:pt x="84" y="0"/>
                  </a:lnTo>
                  <a:close/>
                </a:path>
              </a:pathLst>
            </a:custGeom>
            <a:solidFill>
              <a:srgbClr val="0066CC"/>
            </a:solidFill>
            <a:ln w="9525">
              <a:noFill/>
              <a:round/>
              <a:headEnd/>
              <a:tailEnd/>
            </a:ln>
          </p:spPr>
          <p:txBody>
            <a:bodyPr/>
            <a:lstStyle/>
            <a:p>
              <a:endParaRPr lang="en-US"/>
            </a:p>
          </p:txBody>
        </p:sp>
        <p:sp>
          <p:nvSpPr>
            <p:cNvPr id="2120" name="Freeform 72"/>
            <p:cNvSpPr>
              <a:spLocks/>
            </p:cNvSpPr>
            <p:nvPr/>
          </p:nvSpPr>
          <p:spPr bwMode="auto">
            <a:xfrm>
              <a:off x="5345" y="3948"/>
              <a:ext cx="127" cy="132"/>
            </a:xfrm>
            <a:custGeom>
              <a:avLst/>
              <a:gdLst/>
              <a:ahLst/>
              <a:cxnLst>
                <a:cxn ang="0">
                  <a:pos x="84" y="174"/>
                </a:cxn>
                <a:cxn ang="0">
                  <a:pos x="168" y="156"/>
                </a:cxn>
                <a:cxn ang="0">
                  <a:pos x="168" y="156"/>
                </a:cxn>
                <a:cxn ang="0">
                  <a:pos x="160" y="130"/>
                </a:cxn>
                <a:cxn ang="0">
                  <a:pos x="148" y="106"/>
                </a:cxn>
                <a:cxn ang="0">
                  <a:pos x="134" y="84"/>
                </a:cxn>
                <a:cxn ang="0">
                  <a:pos x="118" y="62"/>
                </a:cxn>
                <a:cxn ang="0">
                  <a:pos x="98" y="44"/>
                </a:cxn>
                <a:cxn ang="0">
                  <a:pos x="76" y="26"/>
                </a:cxn>
                <a:cxn ang="0">
                  <a:pos x="54" y="12"/>
                </a:cxn>
                <a:cxn ang="0">
                  <a:pos x="28" y="0"/>
                </a:cxn>
                <a:cxn ang="0">
                  <a:pos x="0" y="82"/>
                </a:cxn>
                <a:cxn ang="0">
                  <a:pos x="0" y="82"/>
                </a:cxn>
                <a:cxn ang="0">
                  <a:pos x="16" y="90"/>
                </a:cxn>
                <a:cxn ang="0">
                  <a:pos x="30" y="98"/>
                </a:cxn>
                <a:cxn ang="0">
                  <a:pos x="42" y="108"/>
                </a:cxn>
                <a:cxn ang="0">
                  <a:pos x="54" y="120"/>
                </a:cxn>
                <a:cxn ang="0">
                  <a:pos x="64" y="132"/>
                </a:cxn>
                <a:cxn ang="0">
                  <a:pos x="72" y="144"/>
                </a:cxn>
                <a:cxn ang="0">
                  <a:pos x="78" y="160"/>
                </a:cxn>
                <a:cxn ang="0">
                  <a:pos x="84" y="174"/>
                </a:cxn>
                <a:cxn ang="0">
                  <a:pos x="84" y="174"/>
                </a:cxn>
              </a:cxnLst>
              <a:rect l="0" t="0" r="r" b="b"/>
              <a:pathLst>
                <a:path w="168" h="174">
                  <a:moveTo>
                    <a:pt x="84" y="174"/>
                  </a:moveTo>
                  <a:lnTo>
                    <a:pt x="168" y="156"/>
                  </a:lnTo>
                  <a:lnTo>
                    <a:pt x="168" y="156"/>
                  </a:lnTo>
                  <a:lnTo>
                    <a:pt x="160" y="130"/>
                  </a:lnTo>
                  <a:lnTo>
                    <a:pt x="148" y="106"/>
                  </a:lnTo>
                  <a:lnTo>
                    <a:pt x="134" y="84"/>
                  </a:lnTo>
                  <a:lnTo>
                    <a:pt x="118" y="62"/>
                  </a:lnTo>
                  <a:lnTo>
                    <a:pt x="98" y="44"/>
                  </a:lnTo>
                  <a:lnTo>
                    <a:pt x="76" y="26"/>
                  </a:lnTo>
                  <a:lnTo>
                    <a:pt x="54" y="12"/>
                  </a:lnTo>
                  <a:lnTo>
                    <a:pt x="28" y="0"/>
                  </a:lnTo>
                  <a:lnTo>
                    <a:pt x="0" y="82"/>
                  </a:lnTo>
                  <a:lnTo>
                    <a:pt x="0" y="82"/>
                  </a:lnTo>
                  <a:lnTo>
                    <a:pt x="16" y="90"/>
                  </a:lnTo>
                  <a:lnTo>
                    <a:pt x="30" y="98"/>
                  </a:lnTo>
                  <a:lnTo>
                    <a:pt x="42" y="108"/>
                  </a:lnTo>
                  <a:lnTo>
                    <a:pt x="54" y="120"/>
                  </a:lnTo>
                  <a:lnTo>
                    <a:pt x="64" y="132"/>
                  </a:lnTo>
                  <a:lnTo>
                    <a:pt x="72" y="144"/>
                  </a:lnTo>
                  <a:lnTo>
                    <a:pt x="78" y="160"/>
                  </a:lnTo>
                  <a:lnTo>
                    <a:pt x="84" y="174"/>
                  </a:lnTo>
                  <a:lnTo>
                    <a:pt x="84" y="174"/>
                  </a:lnTo>
                  <a:close/>
                </a:path>
              </a:pathLst>
            </a:custGeom>
            <a:solidFill>
              <a:schemeClr val="tx1"/>
            </a:solidFill>
            <a:ln w="9525">
              <a:noFill/>
              <a:round/>
              <a:headEnd/>
              <a:tailEnd/>
            </a:ln>
          </p:spPr>
          <p:txBody>
            <a:bodyPr/>
            <a:lstStyle/>
            <a:p>
              <a:endParaRPr lang="en-US"/>
            </a:p>
          </p:txBody>
        </p:sp>
        <p:sp>
          <p:nvSpPr>
            <p:cNvPr id="2121" name="Freeform 73"/>
            <p:cNvSpPr>
              <a:spLocks/>
            </p:cNvSpPr>
            <p:nvPr/>
          </p:nvSpPr>
          <p:spPr bwMode="auto">
            <a:xfrm>
              <a:off x="5258" y="4197"/>
              <a:ext cx="156" cy="88"/>
            </a:xfrm>
            <a:custGeom>
              <a:avLst/>
              <a:gdLst/>
              <a:ahLst/>
              <a:cxnLst>
                <a:cxn ang="0">
                  <a:pos x="26" y="26"/>
                </a:cxn>
                <a:cxn ang="0">
                  <a:pos x="0" y="108"/>
                </a:cxn>
                <a:cxn ang="0">
                  <a:pos x="0" y="108"/>
                </a:cxn>
                <a:cxn ang="0">
                  <a:pos x="28" y="114"/>
                </a:cxn>
                <a:cxn ang="0">
                  <a:pos x="56" y="116"/>
                </a:cxn>
                <a:cxn ang="0">
                  <a:pos x="82" y="116"/>
                </a:cxn>
                <a:cxn ang="0">
                  <a:pos x="110" y="112"/>
                </a:cxn>
                <a:cxn ang="0">
                  <a:pos x="136" y="104"/>
                </a:cxn>
                <a:cxn ang="0">
                  <a:pos x="160" y="94"/>
                </a:cxn>
                <a:cxn ang="0">
                  <a:pos x="184" y="80"/>
                </a:cxn>
                <a:cxn ang="0">
                  <a:pos x="206" y="64"/>
                </a:cxn>
                <a:cxn ang="0">
                  <a:pos x="148" y="0"/>
                </a:cxn>
                <a:cxn ang="0">
                  <a:pos x="148" y="0"/>
                </a:cxn>
                <a:cxn ang="0">
                  <a:pos x="134" y="10"/>
                </a:cxn>
                <a:cxn ang="0">
                  <a:pos x="120" y="18"/>
                </a:cxn>
                <a:cxn ang="0">
                  <a:pos x="106" y="24"/>
                </a:cxn>
                <a:cxn ang="0">
                  <a:pos x="90" y="28"/>
                </a:cxn>
                <a:cxn ang="0">
                  <a:pos x="74" y="30"/>
                </a:cxn>
                <a:cxn ang="0">
                  <a:pos x="58" y="30"/>
                </a:cxn>
                <a:cxn ang="0">
                  <a:pos x="42" y="30"/>
                </a:cxn>
                <a:cxn ang="0">
                  <a:pos x="26" y="26"/>
                </a:cxn>
                <a:cxn ang="0">
                  <a:pos x="26" y="26"/>
                </a:cxn>
              </a:cxnLst>
              <a:rect l="0" t="0" r="r" b="b"/>
              <a:pathLst>
                <a:path w="206" h="116">
                  <a:moveTo>
                    <a:pt x="26" y="26"/>
                  </a:moveTo>
                  <a:lnTo>
                    <a:pt x="0" y="108"/>
                  </a:lnTo>
                  <a:lnTo>
                    <a:pt x="0" y="108"/>
                  </a:lnTo>
                  <a:lnTo>
                    <a:pt x="28" y="114"/>
                  </a:lnTo>
                  <a:lnTo>
                    <a:pt x="56" y="116"/>
                  </a:lnTo>
                  <a:lnTo>
                    <a:pt x="82" y="116"/>
                  </a:lnTo>
                  <a:lnTo>
                    <a:pt x="110" y="112"/>
                  </a:lnTo>
                  <a:lnTo>
                    <a:pt x="136" y="104"/>
                  </a:lnTo>
                  <a:lnTo>
                    <a:pt x="160" y="94"/>
                  </a:lnTo>
                  <a:lnTo>
                    <a:pt x="184" y="80"/>
                  </a:lnTo>
                  <a:lnTo>
                    <a:pt x="206" y="64"/>
                  </a:lnTo>
                  <a:lnTo>
                    <a:pt x="148" y="0"/>
                  </a:lnTo>
                  <a:lnTo>
                    <a:pt x="148" y="0"/>
                  </a:lnTo>
                  <a:lnTo>
                    <a:pt x="134" y="10"/>
                  </a:lnTo>
                  <a:lnTo>
                    <a:pt x="120" y="18"/>
                  </a:lnTo>
                  <a:lnTo>
                    <a:pt x="106" y="24"/>
                  </a:lnTo>
                  <a:lnTo>
                    <a:pt x="90" y="28"/>
                  </a:lnTo>
                  <a:lnTo>
                    <a:pt x="74" y="30"/>
                  </a:lnTo>
                  <a:lnTo>
                    <a:pt x="58" y="30"/>
                  </a:lnTo>
                  <a:lnTo>
                    <a:pt x="42" y="30"/>
                  </a:lnTo>
                  <a:lnTo>
                    <a:pt x="26" y="26"/>
                  </a:lnTo>
                  <a:lnTo>
                    <a:pt x="26" y="26"/>
                  </a:lnTo>
                  <a:close/>
                </a:path>
              </a:pathLst>
            </a:custGeom>
            <a:solidFill>
              <a:srgbClr val="0066CC"/>
            </a:solidFill>
            <a:ln w="9525">
              <a:noFill/>
              <a:round/>
              <a:headEnd/>
              <a:tailEnd/>
            </a:ln>
          </p:spPr>
          <p:txBody>
            <a:bodyPr/>
            <a:lstStyle/>
            <a:p>
              <a:endParaRPr lang="en-US"/>
            </a:p>
          </p:txBody>
        </p:sp>
      </p:grpSp>
      <p:grpSp>
        <p:nvGrpSpPr>
          <p:cNvPr id="2122" name="Group 74"/>
          <p:cNvGrpSpPr>
            <a:grpSpLocks/>
          </p:cNvGrpSpPr>
          <p:nvPr/>
        </p:nvGrpSpPr>
        <p:grpSpPr bwMode="auto">
          <a:xfrm>
            <a:off x="457200" y="1143000"/>
            <a:ext cx="219075" cy="219075"/>
            <a:chOff x="5114" y="3685"/>
            <a:chExt cx="246" cy="246"/>
          </a:xfrm>
        </p:grpSpPr>
        <p:sp>
          <p:nvSpPr>
            <p:cNvPr id="2123" name="Freeform 75"/>
            <p:cNvSpPr>
              <a:spLocks/>
            </p:cNvSpPr>
            <p:nvPr/>
          </p:nvSpPr>
          <p:spPr bwMode="auto">
            <a:xfrm>
              <a:off x="5135" y="3845"/>
              <a:ext cx="94" cy="86"/>
            </a:xfrm>
            <a:custGeom>
              <a:avLst/>
              <a:gdLst/>
              <a:ahLst/>
              <a:cxnLst>
                <a:cxn ang="0">
                  <a:pos x="70" y="0"/>
                </a:cxn>
                <a:cxn ang="0">
                  <a:pos x="0" y="42"/>
                </a:cxn>
                <a:cxn ang="0">
                  <a:pos x="0" y="42"/>
                </a:cxn>
                <a:cxn ang="0">
                  <a:pos x="10" y="56"/>
                </a:cxn>
                <a:cxn ang="0">
                  <a:pos x="22" y="70"/>
                </a:cxn>
                <a:cxn ang="0">
                  <a:pos x="36" y="82"/>
                </a:cxn>
                <a:cxn ang="0">
                  <a:pos x="52" y="92"/>
                </a:cxn>
                <a:cxn ang="0">
                  <a:pos x="68" y="100"/>
                </a:cxn>
                <a:cxn ang="0">
                  <a:pos x="86" y="108"/>
                </a:cxn>
                <a:cxn ang="0">
                  <a:pos x="104" y="112"/>
                </a:cxn>
                <a:cxn ang="0">
                  <a:pos x="124" y="114"/>
                </a:cxn>
                <a:cxn ang="0">
                  <a:pos x="124" y="32"/>
                </a:cxn>
                <a:cxn ang="0">
                  <a:pos x="124" y="32"/>
                </a:cxn>
                <a:cxn ang="0">
                  <a:pos x="108" y="28"/>
                </a:cxn>
                <a:cxn ang="0">
                  <a:pos x="94" y="22"/>
                </a:cxn>
                <a:cxn ang="0">
                  <a:pos x="82" y="12"/>
                </a:cxn>
                <a:cxn ang="0">
                  <a:pos x="70" y="0"/>
                </a:cxn>
                <a:cxn ang="0">
                  <a:pos x="70" y="0"/>
                </a:cxn>
              </a:cxnLst>
              <a:rect l="0" t="0" r="r" b="b"/>
              <a:pathLst>
                <a:path w="124" h="114">
                  <a:moveTo>
                    <a:pt x="70" y="0"/>
                  </a:moveTo>
                  <a:lnTo>
                    <a:pt x="0" y="42"/>
                  </a:lnTo>
                  <a:lnTo>
                    <a:pt x="0" y="42"/>
                  </a:lnTo>
                  <a:lnTo>
                    <a:pt x="10" y="56"/>
                  </a:lnTo>
                  <a:lnTo>
                    <a:pt x="22" y="70"/>
                  </a:lnTo>
                  <a:lnTo>
                    <a:pt x="36" y="82"/>
                  </a:lnTo>
                  <a:lnTo>
                    <a:pt x="52" y="92"/>
                  </a:lnTo>
                  <a:lnTo>
                    <a:pt x="68" y="100"/>
                  </a:lnTo>
                  <a:lnTo>
                    <a:pt x="86" y="108"/>
                  </a:lnTo>
                  <a:lnTo>
                    <a:pt x="104" y="112"/>
                  </a:lnTo>
                  <a:lnTo>
                    <a:pt x="124" y="114"/>
                  </a:lnTo>
                  <a:lnTo>
                    <a:pt x="124" y="32"/>
                  </a:lnTo>
                  <a:lnTo>
                    <a:pt x="124" y="32"/>
                  </a:lnTo>
                  <a:lnTo>
                    <a:pt x="108" y="28"/>
                  </a:lnTo>
                  <a:lnTo>
                    <a:pt x="94" y="22"/>
                  </a:lnTo>
                  <a:lnTo>
                    <a:pt x="82" y="12"/>
                  </a:lnTo>
                  <a:lnTo>
                    <a:pt x="70" y="0"/>
                  </a:lnTo>
                  <a:lnTo>
                    <a:pt x="70" y="0"/>
                  </a:lnTo>
                  <a:close/>
                </a:path>
              </a:pathLst>
            </a:custGeom>
            <a:solidFill>
              <a:srgbClr val="0066CC"/>
            </a:solidFill>
            <a:ln w="9525">
              <a:noFill/>
              <a:round/>
              <a:headEnd/>
              <a:tailEnd/>
            </a:ln>
          </p:spPr>
          <p:txBody>
            <a:bodyPr/>
            <a:lstStyle/>
            <a:p>
              <a:endParaRPr lang="en-US"/>
            </a:p>
          </p:txBody>
        </p:sp>
        <p:sp>
          <p:nvSpPr>
            <p:cNvPr id="2124" name="Freeform 76"/>
            <p:cNvSpPr>
              <a:spLocks/>
            </p:cNvSpPr>
            <p:nvPr/>
          </p:nvSpPr>
          <p:spPr bwMode="auto">
            <a:xfrm>
              <a:off x="5135" y="3685"/>
              <a:ext cx="94" cy="87"/>
            </a:xfrm>
            <a:custGeom>
              <a:avLst/>
              <a:gdLst/>
              <a:ahLst/>
              <a:cxnLst>
                <a:cxn ang="0">
                  <a:pos x="124" y="82"/>
                </a:cxn>
                <a:cxn ang="0">
                  <a:pos x="124" y="0"/>
                </a:cxn>
                <a:cxn ang="0">
                  <a:pos x="124" y="0"/>
                </a:cxn>
                <a:cxn ang="0">
                  <a:pos x="104" y="2"/>
                </a:cxn>
                <a:cxn ang="0">
                  <a:pos x="86" y="8"/>
                </a:cxn>
                <a:cxn ang="0">
                  <a:pos x="68" y="14"/>
                </a:cxn>
                <a:cxn ang="0">
                  <a:pos x="52" y="22"/>
                </a:cxn>
                <a:cxn ang="0">
                  <a:pos x="36" y="32"/>
                </a:cxn>
                <a:cxn ang="0">
                  <a:pos x="22" y="44"/>
                </a:cxn>
                <a:cxn ang="0">
                  <a:pos x="10" y="58"/>
                </a:cxn>
                <a:cxn ang="0">
                  <a:pos x="0" y="72"/>
                </a:cxn>
                <a:cxn ang="0">
                  <a:pos x="70" y="114"/>
                </a:cxn>
                <a:cxn ang="0">
                  <a:pos x="70" y="114"/>
                </a:cxn>
                <a:cxn ang="0">
                  <a:pos x="82" y="102"/>
                </a:cxn>
                <a:cxn ang="0">
                  <a:pos x="94" y="92"/>
                </a:cxn>
                <a:cxn ang="0">
                  <a:pos x="108" y="86"/>
                </a:cxn>
                <a:cxn ang="0">
                  <a:pos x="124" y="82"/>
                </a:cxn>
                <a:cxn ang="0">
                  <a:pos x="124" y="82"/>
                </a:cxn>
              </a:cxnLst>
              <a:rect l="0" t="0" r="r" b="b"/>
              <a:pathLst>
                <a:path w="124" h="114">
                  <a:moveTo>
                    <a:pt x="124" y="82"/>
                  </a:moveTo>
                  <a:lnTo>
                    <a:pt x="124" y="0"/>
                  </a:lnTo>
                  <a:lnTo>
                    <a:pt x="124" y="0"/>
                  </a:lnTo>
                  <a:lnTo>
                    <a:pt x="104" y="2"/>
                  </a:lnTo>
                  <a:lnTo>
                    <a:pt x="86" y="8"/>
                  </a:lnTo>
                  <a:lnTo>
                    <a:pt x="68" y="14"/>
                  </a:lnTo>
                  <a:lnTo>
                    <a:pt x="52" y="22"/>
                  </a:lnTo>
                  <a:lnTo>
                    <a:pt x="36" y="32"/>
                  </a:lnTo>
                  <a:lnTo>
                    <a:pt x="22" y="44"/>
                  </a:lnTo>
                  <a:lnTo>
                    <a:pt x="10" y="58"/>
                  </a:lnTo>
                  <a:lnTo>
                    <a:pt x="0" y="72"/>
                  </a:lnTo>
                  <a:lnTo>
                    <a:pt x="70" y="114"/>
                  </a:lnTo>
                  <a:lnTo>
                    <a:pt x="70" y="114"/>
                  </a:lnTo>
                  <a:lnTo>
                    <a:pt x="82" y="102"/>
                  </a:lnTo>
                  <a:lnTo>
                    <a:pt x="94" y="92"/>
                  </a:lnTo>
                  <a:lnTo>
                    <a:pt x="108" y="86"/>
                  </a:lnTo>
                  <a:lnTo>
                    <a:pt x="124" y="82"/>
                  </a:lnTo>
                  <a:lnTo>
                    <a:pt x="124" y="82"/>
                  </a:lnTo>
                  <a:close/>
                </a:path>
              </a:pathLst>
            </a:custGeom>
            <a:solidFill>
              <a:srgbClr val="0066CC"/>
            </a:solidFill>
            <a:ln w="9525">
              <a:noFill/>
              <a:round/>
              <a:headEnd/>
              <a:tailEnd/>
            </a:ln>
          </p:spPr>
          <p:txBody>
            <a:bodyPr/>
            <a:lstStyle/>
            <a:p>
              <a:endParaRPr lang="en-US"/>
            </a:p>
          </p:txBody>
        </p:sp>
        <p:sp>
          <p:nvSpPr>
            <p:cNvPr id="2125" name="Freeform 77"/>
            <p:cNvSpPr>
              <a:spLocks/>
            </p:cNvSpPr>
            <p:nvPr/>
          </p:nvSpPr>
          <p:spPr bwMode="auto">
            <a:xfrm>
              <a:off x="5114" y="3754"/>
              <a:ext cx="67" cy="109"/>
            </a:xfrm>
            <a:custGeom>
              <a:avLst/>
              <a:gdLst/>
              <a:ahLst/>
              <a:cxnLst>
                <a:cxn ang="0">
                  <a:pos x="82" y="72"/>
                </a:cxn>
                <a:cxn ang="0">
                  <a:pos x="82" y="72"/>
                </a:cxn>
                <a:cxn ang="0">
                  <a:pos x="84" y="56"/>
                </a:cxn>
                <a:cxn ang="0">
                  <a:pos x="88" y="42"/>
                </a:cxn>
                <a:cxn ang="0">
                  <a:pos x="18" y="0"/>
                </a:cxn>
                <a:cxn ang="0">
                  <a:pos x="18" y="0"/>
                </a:cxn>
                <a:cxn ang="0">
                  <a:pos x="10" y="16"/>
                </a:cxn>
                <a:cxn ang="0">
                  <a:pos x="4" y="34"/>
                </a:cxn>
                <a:cxn ang="0">
                  <a:pos x="2" y="54"/>
                </a:cxn>
                <a:cxn ang="0">
                  <a:pos x="0" y="72"/>
                </a:cxn>
                <a:cxn ang="0">
                  <a:pos x="0" y="72"/>
                </a:cxn>
                <a:cxn ang="0">
                  <a:pos x="2" y="92"/>
                </a:cxn>
                <a:cxn ang="0">
                  <a:pos x="4" y="110"/>
                </a:cxn>
                <a:cxn ang="0">
                  <a:pos x="10" y="128"/>
                </a:cxn>
                <a:cxn ang="0">
                  <a:pos x="18" y="144"/>
                </a:cxn>
                <a:cxn ang="0">
                  <a:pos x="88" y="104"/>
                </a:cxn>
                <a:cxn ang="0">
                  <a:pos x="88" y="104"/>
                </a:cxn>
                <a:cxn ang="0">
                  <a:pos x="84" y="88"/>
                </a:cxn>
                <a:cxn ang="0">
                  <a:pos x="82" y="72"/>
                </a:cxn>
                <a:cxn ang="0">
                  <a:pos x="82" y="72"/>
                </a:cxn>
              </a:cxnLst>
              <a:rect l="0" t="0" r="r" b="b"/>
              <a:pathLst>
                <a:path w="88" h="144">
                  <a:moveTo>
                    <a:pt x="82" y="72"/>
                  </a:moveTo>
                  <a:lnTo>
                    <a:pt x="82" y="72"/>
                  </a:lnTo>
                  <a:lnTo>
                    <a:pt x="84" y="56"/>
                  </a:lnTo>
                  <a:lnTo>
                    <a:pt x="88" y="42"/>
                  </a:lnTo>
                  <a:lnTo>
                    <a:pt x="18" y="0"/>
                  </a:lnTo>
                  <a:lnTo>
                    <a:pt x="18" y="0"/>
                  </a:lnTo>
                  <a:lnTo>
                    <a:pt x="10" y="16"/>
                  </a:lnTo>
                  <a:lnTo>
                    <a:pt x="4" y="34"/>
                  </a:lnTo>
                  <a:lnTo>
                    <a:pt x="2" y="54"/>
                  </a:lnTo>
                  <a:lnTo>
                    <a:pt x="0" y="72"/>
                  </a:lnTo>
                  <a:lnTo>
                    <a:pt x="0" y="72"/>
                  </a:lnTo>
                  <a:lnTo>
                    <a:pt x="2" y="92"/>
                  </a:lnTo>
                  <a:lnTo>
                    <a:pt x="4" y="110"/>
                  </a:lnTo>
                  <a:lnTo>
                    <a:pt x="10" y="128"/>
                  </a:lnTo>
                  <a:lnTo>
                    <a:pt x="18" y="144"/>
                  </a:lnTo>
                  <a:lnTo>
                    <a:pt x="88" y="104"/>
                  </a:lnTo>
                  <a:lnTo>
                    <a:pt x="88" y="104"/>
                  </a:lnTo>
                  <a:lnTo>
                    <a:pt x="84" y="88"/>
                  </a:lnTo>
                  <a:lnTo>
                    <a:pt x="82" y="72"/>
                  </a:lnTo>
                  <a:lnTo>
                    <a:pt x="82" y="72"/>
                  </a:lnTo>
                  <a:close/>
                </a:path>
              </a:pathLst>
            </a:custGeom>
            <a:solidFill>
              <a:srgbClr val="0066CC"/>
            </a:solidFill>
            <a:ln w="9525">
              <a:noFill/>
              <a:round/>
              <a:headEnd/>
              <a:tailEnd/>
            </a:ln>
          </p:spPr>
          <p:txBody>
            <a:bodyPr/>
            <a:lstStyle/>
            <a:p>
              <a:endParaRPr lang="en-US"/>
            </a:p>
          </p:txBody>
        </p:sp>
        <p:sp>
          <p:nvSpPr>
            <p:cNvPr id="2126" name="Freeform 78"/>
            <p:cNvSpPr>
              <a:spLocks/>
            </p:cNvSpPr>
            <p:nvPr/>
          </p:nvSpPr>
          <p:spPr bwMode="auto">
            <a:xfrm>
              <a:off x="5293" y="3754"/>
              <a:ext cx="67" cy="109"/>
            </a:xfrm>
            <a:custGeom>
              <a:avLst/>
              <a:gdLst/>
              <a:ahLst/>
              <a:cxnLst>
                <a:cxn ang="0">
                  <a:pos x="6" y="72"/>
                </a:cxn>
                <a:cxn ang="0">
                  <a:pos x="6" y="72"/>
                </a:cxn>
                <a:cxn ang="0">
                  <a:pos x="6" y="88"/>
                </a:cxn>
                <a:cxn ang="0">
                  <a:pos x="0" y="104"/>
                </a:cxn>
                <a:cxn ang="0">
                  <a:pos x="72" y="144"/>
                </a:cxn>
                <a:cxn ang="0">
                  <a:pos x="72" y="144"/>
                </a:cxn>
                <a:cxn ang="0">
                  <a:pos x="78" y="128"/>
                </a:cxn>
                <a:cxn ang="0">
                  <a:pos x="84" y="110"/>
                </a:cxn>
                <a:cxn ang="0">
                  <a:pos x="88" y="92"/>
                </a:cxn>
                <a:cxn ang="0">
                  <a:pos x="88" y="72"/>
                </a:cxn>
                <a:cxn ang="0">
                  <a:pos x="88" y="72"/>
                </a:cxn>
                <a:cxn ang="0">
                  <a:pos x="88" y="54"/>
                </a:cxn>
                <a:cxn ang="0">
                  <a:pos x="84" y="34"/>
                </a:cxn>
                <a:cxn ang="0">
                  <a:pos x="78" y="16"/>
                </a:cxn>
                <a:cxn ang="0">
                  <a:pos x="72" y="0"/>
                </a:cxn>
                <a:cxn ang="0">
                  <a:pos x="0" y="42"/>
                </a:cxn>
                <a:cxn ang="0">
                  <a:pos x="0" y="42"/>
                </a:cxn>
                <a:cxn ang="0">
                  <a:pos x="6" y="56"/>
                </a:cxn>
                <a:cxn ang="0">
                  <a:pos x="6" y="72"/>
                </a:cxn>
                <a:cxn ang="0">
                  <a:pos x="6" y="72"/>
                </a:cxn>
              </a:cxnLst>
              <a:rect l="0" t="0" r="r" b="b"/>
              <a:pathLst>
                <a:path w="88" h="144">
                  <a:moveTo>
                    <a:pt x="6" y="72"/>
                  </a:moveTo>
                  <a:lnTo>
                    <a:pt x="6" y="72"/>
                  </a:lnTo>
                  <a:lnTo>
                    <a:pt x="6" y="88"/>
                  </a:lnTo>
                  <a:lnTo>
                    <a:pt x="0" y="104"/>
                  </a:lnTo>
                  <a:lnTo>
                    <a:pt x="72" y="144"/>
                  </a:lnTo>
                  <a:lnTo>
                    <a:pt x="72" y="144"/>
                  </a:lnTo>
                  <a:lnTo>
                    <a:pt x="78" y="128"/>
                  </a:lnTo>
                  <a:lnTo>
                    <a:pt x="84" y="110"/>
                  </a:lnTo>
                  <a:lnTo>
                    <a:pt x="88" y="92"/>
                  </a:lnTo>
                  <a:lnTo>
                    <a:pt x="88" y="72"/>
                  </a:lnTo>
                  <a:lnTo>
                    <a:pt x="88" y="72"/>
                  </a:lnTo>
                  <a:lnTo>
                    <a:pt x="88" y="54"/>
                  </a:lnTo>
                  <a:lnTo>
                    <a:pt x="84" y="34"/>
                  </a:lnTo>
                  <a:lnTo>
                    <a:pt x="78" y="16"/>
                  </a:lnTo>
                  <a:lnTo>
                    <a:pt x="72" y="0"/>
                  </a:lnTo>
                  <a:lnTo>
                    <a:pt x="0" y="42"/>
                  </a:lnTo>
                  <a:lnTo>
                    <a:pt x="0" y="42"/>
                  </a:lnTo>
                  <a:lnTo>
                    <a:pt x="6" y="56"/>
                  </a:lnTo>
                  <a:lnTo>
                    <a:pt x="6" y="72"/>
                  </a:lnTo>
                  <a:lnTo>
                    <a:pt x="6" y="72"/>
                  </a:lnTo>
                  <a:close/>
                </a:path>
              </a:pathLst>
            </a:custGeom>
            <a:solidFill>
              <a:schemeClr val="tx2"/>
            </a:solidFill>
            <a:ln w="9525">
              <a:noFill/>
              <a:round/>
              <a:headEnd/>
              <a:tailEnd/>
            </a:ln>
          </p:spPr>
          <p:txBody>
            <a:bodyPr/>
            <a:lstStyle/>
            <a:p>
              <a:endParaRPr lang="en-US"/>
            </a:p>
          </p:txBody>
        </p:sp>
        <p:sp>
          <p:nvSpPr>
            <p:cNvPr id="2127" name="Freeform 79"/>
            <p:cNvSpPr>
              <a:spLocks/>
            </p:cNvSpPr>
            <p:nvPr/>
          </p:nvSpPr>
          <p:spPr bwMode="auto">
            <a:xfrm>
              <a:off x="5245" y="3845"/>
              <a:ext cx="95" cy="86"/>
            </a:xfrm>
            <a:custGeom>
              <a:avLst/>
              <a:gdLst/>
              <a:ahLst/>
              <a:cxnLst>
                <a:cxn ang="0">
                  <a:pos x="0" y="32"/>
                </a:cxn>
                <a:cxn ang="0">
                  <a:pos x="0" y="114"/>
                </a:cxn>
                <a:cxn ang="0">
                  <a:pos x="0" y="114"/>
                </a:cxn>
                <a:cxn ang="0">
                  <a:pos x="20" y="112"/>
                </a:cxn>
                <a:cxn ang="0">
                  <a:pos x="38" y="108"/>
                </a:cxn>
                <a:cxn ang="0">
                  <a:pos x="56" y="100"/>
                </a:cxn>
                <a:cxn ang="0">
                  <a:pos x="72" y="92"/>
                </a:cxn>
                <a:cxn ang="0">
                  <a:pos x="88" y="82"/>
                </a:cxn>
                <a:cxn ang="0">
                  <a:pos x="102" y="70"/>
                </a:cxn>
                <a:cxn ang="0">
                  <a:pos x="114" y="56"/>
                </a:cxn>
                <a:cxn ang="0">
                  <a:pos x="126" y="42"/>
                </a:cxn>
                <a:cxn ang="0">
                  <a:pos x="54" y="0"/>
                </a:cxn>
                <a:cxn ang="0">
                  <a:pos x="54" y="0"/>
                </a:cxn>
                <a:cxn ang="0">
                  <a:pos x="44" y="12"/>
                </a:cxn>
                <a:cxn ang="0">
                  <a:pos x="30" y="22"/>
                </a:cxn>
                <a:cxn ang="0">
                  <a:pos x="16" y="28"/>
                </a:cxn>
                <a:cxn ang="0">
                  <a:pos x="0" y="32"/>
                </a:cxn>
                <a:cxn ang="0">
                  <a:pos x="0" y="32"/>
                </a:cxn>
              </a:cxnLst>
              <a:rect l="0" t="0" r="r" b="b"/>
              <a:pathLst>
                <a:path w="126" h="114">
                  <a:moveTo>
                    <a:pt x="0" y="32"/>
                  </a:moveTo>
                  <a:lnTo>
                    <a:pt x="0" y="114"/>
                  </a:lnTo>
                  <a:lnTo>
                    <a:pt x="0" y="114"/>
                  </a:lnTo>
                  <a:lnTo>
                    <a:pt x="20" y="112"/>
                  </a:lnTo>
                  <a:lnTo>
                    <a:pt x="38" y="108"/>
                  </a:lnTo>
                  <a:lnTo>
                    <a:pt x="56" y="100"/>
                  </a:lnTo>
                  <a:lnTo>
                    <a:pt x="72" y="92"/>
                  </a:lnTo>
                  <a:lnTo>
                    <a:pt x="88" y="82"/>
                  </a:lnTo>
                  <a:lnTo>
                    <a:pt x="102" y="70"/>
                  </a:lnTo>
                  <a:lnTo>
                    <a:pt x="114" y="56"/>
                  </a:lnTo>
                  <a:lnTo>
                    <a:pt x="126" y="42"/>
                  </a:lnTo>
                  <a:lnTo>
                    <a:pt x="54" y="0"/>
                  </a:lnTo>
                  <a:lnTo>
                    <a:pt x="54" y="0"/>
                  </a:lnTo>
                  <a:lnTo>
                    <a:pt x="44" y="12"/>
                  </a:lnTo>
                  <a:lnTo>
                    <a:pt x="30" y="22"/>
                  </a:lnTo>
                  <a:lnTo>
                    <a:pt x="16" y="28"/>
                  </a:lnTo>
                  <a:lnTo>
                    <a:pt x="0" y="32"/>
                  </a:lnTo>
                  <a:lnTo>
                    <a:pt x="0" y="32"/>
                  </a:lnTo>
                  <a:close/>
                </a:path>
              </a:pathLst>
            </a:custGeom>
            <a:solidFill>
              <a:schemeClr val="tx2"/>
            </a:solidFill>
            <a:ln w="9525">
              <a:noFill/>
              <a:round/>
              <a:headEnd/>
              <a:tailEnd/>
            </a:ln>
          </p:spPr>
          <p:txBody>
            <a:bodyPr/>
            <a:lstStyle/>
            <a:p>
              <a:endParaRPr lang="en-US"/>
            </a:p>
          </p:txBody>
        </p:sp>
        <p:sp>
          <p:nvSpPr>
            <p:cNvPr id="2128" name="Freeform 80"/>
            <p:cNvSpPr>
              <a:spLocks/>
            </p:cNvSpPr>
            <p:nvPr/>
          </p:nvSpPr>
          <p:spPr bwMode="auto">
            <a:xfrm>
              <a:off x="5245" y="3685"/>
              <a:ext cx="95" cy="87"/>
            </a:xfrm>
            <a:custGeom>
              <a:avLst/>
              <a:gdLst/>
              <a:ahLst/>
              <a:cxnLst>
                <a:cxn ang="0">
                  <a:pos x="54" y="114"/>
                </a:cxn>
                <a:cxn ang="0">
                  <a:pos x="126" y="72"/>
                </a:cxn>
                <a:cxn ang="0">
                  <a:pos x="126" y="72"/>
                </a:cxn>
                <a:cxn ang="0">
                  <a:pos x="114" y="58"/>
                </a:cxn>
                <a:cxn ang="0">
                  <a:pos x="102" y="44"/>
                </a:cxn>
                <a:cxn ang="0">
                  <a:pos x="88" y="32"/>
                </a:cxn>
                <a:cxn ang="0">
                  <a:pos x="72" y="22"/>
                </a:cxn>
                <a:cxn ang="0">
                  <a:pos x="56" y="14"/>
                </a:cxn>
                <a:cxn ang="0">
                  <a:pos x="38" y="8"/>
                </a:cxn>
                <a:cxn ang="0">
                  <a:pos x="20" y="2"/>
                </a:cxn>
                <a:cxn ang="0">
                  <a:pos x="0" y="0"/>
                </a:cxn>
                <a:cxn ang="0">
                  <a:pos x="0" y="82"/>
                </a:cxn>
                <a:cxn ang="0">
                  <a:pos x="0" y="82"/>
                </a:cxn>
                <a:cxn ang="0">
                  <a:pos x="16" y="86"/>
                </a:cxn>
                <a:cxn ang="0">
                  <a:pos x="30" y="92"/>
                </a:cxn>
                <a:cxn ang="0">
                  <a:pos x="44" y="102"/>
                </a:cxn>
                <a:cxn ang="0">
                  <a:pos x="54" y="114"/>
                </a:cxn>
                <a:cxn ang="0">
                  <a:pos x="54" y="114"/>
                </a:cxn>
              </a:cxnLst>
              <a:rect l="0" t="0" r="r" b="b"/>
              <a:pathLst>
                <a:path w="126" h="114">
                  <a:moveTo>
                    <a:pt x="54" y="114"/>
                  </a:moveTo>
                  <a:lnTo>
                    <a:pt x="126" y="72"/>
                  </a:lnTo>
                  <a:lnTo>
                    <a:pt x="126" y="72"/>
                  </a:lnTo>
                  <a:lnTo>
                    <a:pt x="114" y="58"/>
                  </a:lnTo>
                  <a:lnTo>
                    <a:pt x="102" y="44"/>
                  </a:lnTo>
                  <a:lnTo>
                    <a:pt x="88" y="32"/>
                  </a:lnTo>
                  <a:lnTo>
                    <a:pt x="72" y="22"/>
                  </a:lnTo>
                  <a:lnTo>
                    <a:pt x="56" y="14"/>
                  </a:lnTo>
                  <a:lnTo>
                    <a:pt x="38" y="8"/>
                  </a:lnTo>
                  <a:lnTo>
                    <a:pt x="20" y="2"/>
                  </a:lnTo>
                  <a:lnTo>
                    <a:pt x="0" y="0"/>
                  </a:lnTo>
                  <a:lnTo>
                    <a:pt x="0" y="82"/>
                  </a:lnTo>
                  <a:lnTo>
                    <a:pt x="0" y="82"/>
                  </a:lnTo>
                  <a:lnTo>
                    <a:pt x="16" y="86"/>
                  </a:lnTo>
                  <a:lnTo>
                    <a:pt x="30" y="92"/>
                  </a:lnTo>
                  <a:lnTo>
                    <a:pt x="44" y="102"/>
                  </a:lnTo>
                  <a:lnTo>
                    <a:pt x="54" y="114"/>
                  </a:lnTo>
                  <a:lnTo>
                    <a:pt x="54" y="114"/>
                  </a:lnTo>
                  <a:close/>
                </a:path>
              </a:pathLst>
            </a:custGeom>
            <a:solidFill>
              <a:srgbClr val="0066CC"/>
            </a:solidFill>
            <a:ln w="9525">
              <a:noFill/>
              <a:round/>
              <a:headEnd/>
              <a:tailEnd/>
            </a:ln>
          </p:spPr>
          <p:txBody>
            <a:bodyPr/>
            <a:lstStyle/>
            <a:p>
              <a:endParaRPr lang="en-US"/>
            </a:p>
          </p:txBody>
        </p:sp>
      </p:grpSp>
    </p:spTree>
    <p:extLst>
      <p:ext uri="{BB962C8B-B14F-4D97-AF65-F5344CB8AC3E}">
        <p14:creationId xmlns:p14="http://schemas.microsoft.com/office/powerpoint/2010/main" val="39772363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randombar(horizontal)">
                                      <p:cBhvr>
                                        <p:cTn id="7" dur="500"/>
                                        <p:tgtEl>
                                          <p:spTgt spid="2050"/>
                                        </p:tgtEl>
                                      </p:cBhvr>
                                    </p:animEffect>
                                  </p:childTnLst>
                                </p:cTn>
                              </p:par>
                              <p:par>
                                <p:cTn id="8" presetID="8" presetClass="emph" presetSubtype="0" fill="hold" nodeType="withEffect">
                                  <p:stCondLst>
                                    <p:cond delay="0"/>
                                  </p:stCondLst>
                                  <p:childTnLst>
                                    <p:animRot by="21600000">
                                      <p:cBhvr>
                                        <p:cTn id="9" dur="1000" fill="hold"/>
                                        <p:tgtEl>
                                          <p:spTgt spid="2115"/>
                                        </p:tgtEl>
                                        <p:attrNameLst>
                                          <p:attrName>r</p:attrName>
                                        </p:attrNameLst>
                                      </p:cBhvr>
                                    </p:animRot>
                                  </p:childTnLst>
                                </p:cTn>
                              </p:par>
                              <p:par>
                                <p:cTn id="10" presetID="8" presetClass="emph" presetSubtype="0" fill="hold" nodeType="withEffect">
                                  <p:stCondLst>
                                    <p:cond delay="0"/>
                                  </p:stCondLst>
                                  <p:childTnLst>
                                    <p:animRot by="21600000">
                                      <p:cBhvr>
                                        <p:cTn id="11" dur="1000" fill="hold"/>
                                        <p:tgtEl>
                                          <p:spTgt spid="2122"/>
                                        </p:tgtEl>
                                        <p:attrNameLst>
                                          <p:attrName>r</p:attrName>
                                        </p:attrNameLst>
                                      </p:cBhvr>
                                    </p:animRot>
                                  </p:childTnLst>
                                </p:cTn>
                              </p:par>
                              <p:par>
                                <p:cTn id="12" presetID="2" presetClass="entr" presetSubtype="4" fill="hold" nodeType="withEffect">
                                  <p:stCondLst>
                                    <p:cond delay="0"/>
                                  </p:stCondLst>
                                  <p:childTnLst>
                                    <p:set>
                                      <p:cBhvr>
                                        <p:cTn id="13" dur="1" fill="hold">
                                          <p:stCondLst>
                                            <p:cond delay="0"/>
                                          </p:stCondLst>
                                        </p:cTn>
                                        <p:tgtEl>
                                          <p:spTgt spid="2051">
                                            <p:txEl>
                                              <p:pRg st="0" end="0"/>
                                            </p:txEl>
                                          </p:spTgt>
                                        </p:tgtEl>
                                        <p:attrNameLst>
                                          <p:attrName>style.visibility</p:attrName>
                                        </p:attrNameLst>
                                      </p:cBhvr>
                                      <p:to>
                                        <p:strVal val="visible"/>
                                      </p:to>
                                    </p:set>
                                    <p:anim calcmode="lin" valueType="num">
                                      <p:cBhvr additive="base">
                                        <p:cTn id="14" dur="500" fill="hold"/>
                                        <p:tgtEl>
                                          <p:spTgt spid="2051">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2051">
                                            <p:txEl>
                                              <p:pRg st="0" end="0"/>
                                            </p:txEl>
                                          </p:spTgt>
                                        </p:tgtEl>
                                        <p:attrNameLst>
                                          <p:attrName>ppt_y</p:attrName>
                                        </p:attrNameLst>
                                      </p:cBhvr>
                                      <p:tavLst>
                                        <p:tav tm="0">
                                          <p:val>
                                            <p:strVal val="1+#ppt_h/2"/>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2051">
                                            <p:txEl>
                                              <p:pRg st="1" end="1"/>
                                            </p:txEl>
                                          </p:spTgt>
                                        </p:tgtEl>
                                        <p:attrNameLst>
                                          <p:attrName>style.visibility</p:attrName>
                                        </p:attrNameLst>
                                      </p:cBhvr>
                                      <p:to>
                                        <p:strVal val="visible"/>
                                      </p:to>
                                    </p:set>
                                    <p:anim calcmode="lin" valueType="num">
                                      <p:cBhvr additive="base">
                                        <p:cTn id="18" dur="500" fill="hold"/>
                                        <p:tgtEl>
                                          <p:spTgt spid="2051">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2051">
                                            <p:txEl>
                                              <p:pRg st="1" end="1"/>
                                            </p:txEl>
                                          </p:spTgt>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2051">
                                            <p:txEl>
                                              <p:pRg st="2" end="2"/>
                                            </p:txEl>
                                          </p:spTgt>
                                        </p:tgtEl>
                                        <p:attrNameLst>
                                          <p:attrName>style.visibility</p:attrName>
                                        </p:attrNameLst>
                                      </p:cBhvr>
                                      <p:to>
                                        <p:strVal val="visible"/>
                                      </p:to>
                                    </p:set>
                                    <p:anim calcmode="lin" valueType="num">
                                      <p:cBhvr additive="base">
                                        <p:cTn id="22" dur="500" fill="hold"/>
                                        <p:tgtEl>
                                          <p:spTgt spid="2051">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2051">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0" grpId="0"/>
    </p:bld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90600" y="228600"/>
            <a:ext cx="7651750" cy="1143001"/>
          </a:xfrm>
        </p:spPr>
        <p:txBody>
          <a:bodyPr/>
          <a:lstStyle/>
          <a:p>
            <a:r>
              <a:rPr lang="en-US" sz="4400" dirty="0">
                <a:solidFill>
                  <a:schemeClr val="accent6"/>
                </a:solidFill>
              </a:rPr>
              <a:t>Outline</a:t>
            </a:r>
          </a:p>
        </p:txBody>
      </p:sp>
      <p:sp>
        <p:nvSpPr>
          <p:cNvPr id="4099" name="Rectangle 3"/>
          <p:cNvSpPr>
            <a:spLocks noGrp="1" noChangeArrowheads="1"/>
          </p:cNvSpPr>
          <p:nvPr>
            <p:ph type="body" idx="1"/>
          </p:nvPr>
        </p:nvSpPr>
        <p:spPr>
          <a:xfrm>
            <a:off x="428625" y="1296987"/>
            <a:ext cx="8229600" cy="4495801"/>
          </a:xfrm>
        </p:spPr>
        <p:txBody>
          <a:bodyPr/>
          <a:lstStyle/>
          <a:p>
            <a:r>
              <a:rPr lang="en-US" sz="2300" noProof="1"/>
              <a:t>General form of a class</a:t>
            </a:r>
          </a:p>
          <a:p>
            <a:r>
              <a:rPr lang="en-US" sz="2300" noProof="1"/>
              <a:t>Class and object</a:t>
            </a:r>
          </a:p>
          <a:p>
            <a:r>
              <a:rPr lang="en-US" sz="2300" noProof="1"/>
              <a:t>Java terminology</a:t>
            </a:r>
          </a:p>
          <a:p>
            <a:r>
              <a:rPr lang="en-US" sz="2300" noProof="1"/>
              <a:t>Example codes</a:t>
            </a:r>
          </a:p>
          <a:p>
            <a:r>
              <a:rPr lang="en-US" sz="2300" noProof="1"/>
              <a:t>Creating object</a:t>
            </a:r>
          </a:p>
          <a:p>
            <a:r>
              <a:rPr lang="en-US" sz="2300" noProof="1"/>
              <a:t>References</a:t>
            </a:r>
          </a:p>
          <a:p>
            <a:r>
              <a:rPr lang="en-US" sz="2300" noProof="1"/>
              <a:t>Null reference</a:t>
            </a:r>
          </a:p>
          <a:p>
            <a:r>
              <a:rPr lang="en-US" sz="2300" noProof="1"/>
              <a:t>Introducing method</a:t>
            </a:r>
          </a:p>
          <a:p>
            <a:r>
              <a:rPr lang="en-US" sz="2300" noProof="1"/>
              <a:t>Introducing constructor</a:t>
            </a:r>
          </a:p>
          <a:p>
            <a:r>
              <a:rPr lang="en-US" sz="2300" noProof="1"/>
              <a:t>“this” keyword</a:t>
            </a:r>
          </a:p>
          <a:p>
            <a:r>
              <a:rPr lang="en-US" sz="2300" noProof="1"/>
              <a:t>Garbage collection</a:t>
            </a:r>
          </a:p>
          <a:p>
            <a:r>
              <a:rPr lang="en-US" sz="2300" noProof="1"/>
              <a:t>The finalize( ) method</a:t>
            </a:r>
          </a:p>
          <a:p>
            <a:endParaRPr lang="en-US" sz="2300" noProof="1"/>
          </a:p>
          <a:p>
            <a:endParaRPr lang="en-US" sz="2300" noProof="1"/>
          </a:p>
        </p:txBody>
      </p:sp>
      <p:grpSp>
        <p:nvGrpSpPr>
          <p:cNvPr id="4107" name="Group 11"/>
          <p:cNvGrpSpPr>
            <a:grpSpLocks/>
          </p:cNvGrpSpPr>
          <p:nvPr/>
        </p:nvGrpSpPr>
        <p:grpSpPr bwMode="auto">
          <a:xfrm>
            <a:off x="609600" y="533400"/>
            <a:ext cx="303213" cy="303213"/>
            <a:chOff x="703" y="300"/>
            <a:chExt cx="181" cy="181"/>
          </a:xfrm>
        </p:grpSpPr>
        <p:sp>
          <p:nvSpPr>
            <p:cNvPr id="4108" name="Freeform 12"/>
            <p:cNvSpPr>
              <a:spLocks/>
            </p:cNvSpPr>
            <p:nvPr/>
          </p:nvSpPr>
          <p:spPr bwMode="auto">
            <a:xfrm>
              <a:off x="736" y="300"/>
              <a:ext cx="81" cy="46"/>
            </a:xfrm>
            <a:custGeom>
              <a:avLst/>
              <a:gdLst/>
              <a:ahLst/>
              <a:cxnLst>
                <a:cxn ang="0">
                  <a:pos x="247" y="124"/>
                </a:cxn>
                <a:cxn ang="0">
                  <a:pos x="283" y="11"/>
                </a:cxn>
                <a:cxn ang="0">
                  <a:pos x="283" y="11"/>
                </a:cxn>
                <a:cxn ang="0">
                  <a:pos x="264" y="6"/>
                </a:cxn>
                <a:cxn ang="0">
                  <a:pos x="244" y="3"/>
                </a:cxn>
                <a:cxn ang="0">
                  <a:pos x="226" y="2"/>
                </a:cxn>
                <a:cxn ang="0">
                  <a:pos x="206" y="0"/>
                </a:cxn>
                <a:cxn ang="0">
                  <a:pos x="187" y="0"/>
                </a:cxn>
                <a:cxn ang="0">
                  <a:pos x="169" y="2"/>
                </a:cxn>
                <a:cxn ang="0">
                  <a:pos x="150" y="4"/>
                </a:cxn>
                <a:cxn ang="0">
                  <a:pos x="131" y="7"/>
                </a:cxn>
                <a:cxn ang="0">
                  <a:pos x="114" y="12"/>
                </a:cxn>
                <a:cxn ang="0">
                  <a:pos x="97" y="18"/>
                </a:cxn>
                <a:cxn ang="0">
                  <a:pos x="79" y="24"/>
                </a:cxn>
                <a:cxn ang="0">
                  <a:pos x="62" y="32"/>
                </a:cxn>
                <a:cxn ang="0">
                  <a:pos x="45" y="40"/>
                </a:cxn>
                <a:cxn ang="0">
                  <a:pos x="29" y="49"/>
                </a:cxn>
                <a:cxn ang="0">
                  <a:pos x="14" y="60"/>
                </a:cxn>
                <a:cxn ang="0">
                  <a:pos x="0" y="71"/>
                </a:cxn>
                <a:cxn ang="0">
                  <a:pos x="79" y="160"/>
                </a:cxn>
                <a:cxn ang="0">
                  <a:pos x="79" y="160"/>
                </a:cxn>
                <a:cxn ang="0">
                  <a:pos x="97" y="147"/>
                </a:cxn>
                <a:cxn ang="0">
                  <a:pos x="116" y="136"/>
                </a:cxn>
                <a:cxn ang="0">
                  <a:pos x="136" y="128"/>
                </a:cxn>
                <a:cxn ang="0">
                  <a:pos x="157" y="123"/>
                </a:cxn>
                <a:cxn ang="0">
                  <a:pos x="179" y="119"/>
                </a:cxn>
                <a:cxn ang="0">
                  <a:pos x="201" y="118"/>
                </a:cxn>
                <a:cxn ang="0">
                  <a:pos x="223" y="120"/>
                </a:cxn>
                <a:cxn ang="0">
                  <a:pos x="247" y="124"/>
                </a:cxn>
                <a:cxn ang="0">
                  <a:pos x="247" y="124"/>
                </a:cxn>
              </a:cxnLst>
              <a:rect l="0" t="0" r="r" b="b"/>
              <a:pathLst>
                <a:path w="283" h="160">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w="9525">
              <a:noFill/>
              <a:round/>
              <a:headEnd/>
              <a:tailEnd/>
            </a:ln>
          </p:spPr>
          <p:txBody>
            <a:bodyPr/>
            <a:lstStyle/>
            <a:p>
              <a:endParaRPr lang="en-US"/>
            </a:p>
          </p:txBody>
        </p:sp>
        <p:sp>
          <p:nvSpPr>
            <p:cNvPr id="4109" name="Freeform 13"/>
            <p:cNvSpPr>
              <a:spLocks/>
            </p:cNvSpPr>
            <p:nvPr/>
          </p:nvSpPr>
          <p:spPr bwMode="auto">
            <a:xfrm>
              <a:off x="835" y="376"/>
              <a:ext cx="49" cy="79"/>
            </a:xfrm>
            <a:custGeom>
              <a:avLst/>
              <a:gdLst/>
              <a:ahLst/>
              <a:cxnLst>
                <a:cxn ang="0">
                  <a:pos x="44" y="113"/>
                </a:cxn>
                <a:cxn ang="0">
                  <a:pos x="44" y="113"/>
                </a:cxn>
                <a:cxn ang="0">
                  <a:pos x="36" y="134"/>
                </a:cxn>
                <a:cxn ang="0">
                  <a:pos x="26" y="154"/>
                </a:cxn>
                <a:cxn ang="0">
                  <a:pos x="14" y="171"/>
                </a:cxn>
                <a:cxn ang="0">
                  <a:pos x="0" y="188"/>
                </a:cxn>
                <a:cxn ang="0">
                  <a:pos x="79" y="276"/>
                </a:cxn>
                <a:cxn ang="0">
                  <a:pos x="79" y="276"/>
                </a:cxn>
                <a:cxn ang="0">
                  <a:pos x="92" y="263"/>
                </a:cxn>
                <a:cxn ang="0">
                  <a:pos x="104" y="249"/>
                </a:cxn>
                <a:cxn ang="0">
                  <a:pos x="115" y="234"/>
                </a:cxn>
                <a:cxn ang="0">
                  <a:pos x="125" y="219"/>
                </a:cxn>
                <a:cxn ang="0">
                  <a:pos x="135" y="203"/>
                </a:cxn>
                <a:cxn ang="0">
                  <a:pos x="143" y="185"/>
                </a:cxn>
                <a:cxn ang="0">
                  <a:pos x="150" y="168"/>
                </a:cxn>
                <a:cxn ang="0">
                  <a:pos x="157" y="149"/>
                </a:cxn>
                <a:cxn ang="0">
                  <a:pos x="157" y="149"/>
                </a:cxn>
                <a:cxn ang="0">
                  <a:pos x="163" y="131"/>
                </a:cxn>
                <a:cxn ang="0">
                  <a:pos x="166" y="112"/>
                </a:cxn>
                <a:cxn ang="0">
                  <a:pos x="170" y="93"/>
                </a:cxn>
                <a:cxn ang="0">
                  <a:pos x="172" y="75"/>
                </a:cxn>
                <a:cxn ang="0">
                  <a:pos x="172" y="56"/>
                </a:cxn>
                <a:cxn ang="0">
                  <a:pos x="172" y="38"/>
                </a:cxn>
                <a:cxn ang="0">
                  <a:pos x="171" y="19"/>
                </a:cxn>
                <a:cxn ang="0">
                  <a:pos x="169" y="0"/>
                </a:cxn>
                <a:cxn ang="0">
                  <a:pos x="52" y="26"/>
                </a:cxn>
                <a:cxn ang="0">
                  <a:pos x="52" y="26"/>
                </a:cxn>
                <a:cxn ang="0">
                  <a:pos x="54" y="47"/>
                </a:cxn>
                <a:cxn ang="0">
                  <a:pos x="54" y="69"/>
                </a:cxn>
                <a:cxn ang="0">
                  <a:pos x="50" y="91"/>
                </a:cxn>
                <a:cxn ang="0">
                  <a:pos x="44" y="113"/>
                </a:cxn>
                <a:cxn ang="0">
                  <a:pos x="44" y="113"/>
                </a:cxn>
              </a:cxnLst>
              <a:rect l="0" t="0" r="r" b="b"/>
              <a:pathLst>
                <a:path w="172" h="276">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w="9525">
              <a:noFill/>
              <a:round/>
              <a:headEnd/>
              <a:tailEnd/>
            </a:ln>
          </p:spPr>
          <p:txBody>
            <a:bodyPr/>
            <a:lstStyle/>
            <a:p>
              <a:endParaRPr lang="en-US"/>
            </a:p>
          </p:txBody>
        </p:sp>
        <p:sp>
          <p:nvSpPr>
            <p:cNvPr id="4110" name="Freeform 14"/>
            <p:cNvSpPr>
              <a:spLocks/>
            </p:cNvSpPr>
            <p:nvPr/>
          </p:nvSpPr>
          <p:spPr bwMode="auto">
            <a:xfrm>
              <a:off x="703" y="326"/>
              <a:ext cx="50" cy="79"/>
            </a:xfrm>
            <a:custGeom>
              <a:avLst/>
              <a:gdLst/>
              <a:ahLst/>
              <a:cxnLst>
                <a:cxn ang="0">
                  <a:pos x="128" y="163"/>
                </a:cxn>
                <a:cxn ang="0">
                  <a:pos x="128" y="163"/>
                </a:cxn>
                <a:cxn ang="0">
                  <a:pos x="136" y="142"/>
                </a:cxn>
                <a:cxn ang="0">
                  <a:pos x="146" y="122"/>
                </a:cxn>
                <a:cxn ang="0">
                  <a:pos x="159" y="105"/>
                </a:cxn>
                <a:cxn ang="0">
                  <a:pos x="173" y="89"/>
                </a:cxn>
                <a:cxn ang="0">
                  <a:pos x="94" y="0"/>
                </a:cxn>
                <a:cxn ang="0">
                  <a:pos x="94" y="0"/>
                </a:cxn>
                <a:cxn ang="0">
                  <a:pos x="81" y="13"/>
                </a:cxn>
                <a:cxn ang="0">
                  <a:pos x="69" y="27"/>
                </a:cxn>
                <a:cxn ang="0">
                  <a:pos x="58" y="42"/>
                </a:cxn>
                <a:cxn ang="0">
                  <a:pos x="47" y="57"/>
                </a:cxn>
                <a:cxn ang="0">
                  <a:pos x="38" y="74"/>
                </a:cxn>
                <a:cxn ang="0">
                  <a:pos x="30" y="91"/>
                </a:cxn>
                <a:cxn ang="0">
                  <a:pos x="22" y="108"/>
                </a:cxn>
                <a:cxn ang="0">
                  <a:pos x="16" y="127"/>
                </a:cxn>
                <a:cxn ang="0">
                  <a:pos x="16" y="127"/>
                </a:cxn>
                <a:cxn ang="0">
                  <a:pos x="10" y="146"/>
                </a:cxn>
                <a:cxn ang="0">
                  <a:pos x="6" y="164"/>
                </a:cxn>
                <a:cxn ang="0">
                  <a:pos x="3" y="183"/>
                </a:cxn>
                <a:cxn ang="0">
                  <a:pos x="1" y="201"/>
                </a:cxn>
                <a:cxn ang="0">
                  <a:pos x="0" y="220"/>
                </a:cxn>
                <a:cxn ang="0">
                  <a:pos x="1" y="239"/>
                </a:cxn>
                <a:cxn ang="0">
                  <a:pos x="2" y="257"/>
                </a:cxn>
                <a:cxn ang="0">
                  <a:pos x="4" y="276"/>
                </a:cxn>
                <a:cxn ang="0">
                  <a:pos x="121" y="250"/>
                </a:cxn>
                <a:cxn ang="0">
                  <a:pos x="121" y="250"/>
                </a:cxn>
                <a:cxn ang="0">
                  <a:pos x="118" y="229"/>
                </a:cxn>
                <a:cxn ang="0">
                  <a:pos x="119" y="207"/>
                </a:cxn>
                <a:cxn ang="0">
                  <a:pos x="122" y="185"/>
                </a:cxn>
                <a:cxn ang="0">
                  <a:pos x="128" y="163"/>
                </a:cxn>
                <a:cxn ang="0">
                  <a:pos x="128" y="163"/>
                </a:cxn>
              </a:cxnLst>
              <a:rect l="0" t="0" r="r" b="b"/>
              <a:pathLst>
                <a:path w="173" h="276">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w="9525">
              <a:noFill/>
              <a:round/>
              <a:headEnd/>
              <a:tailEnd/>
            </a:ln>
          </p:spPr>
          <p:txBody>
            <a:bodyPr/>
            <a:lstStyle/>
            <a:p>
              <a:endParaRPr lang="en-US"/>
            </a:p>
          </p:txBody>
        </p:sp>
        <p:sp>
          <p:nvSpPr>
            <p:cNvPr id="4111" name="Freeform 15"/>
            <p:cNvSpPr>
              <a:spLocks/>
            </p:cNvSpPr>
            <p:nvPr/>
          </p:nvSpPr>
          <p:spPr bwMode="auto">
            <a:xfrm>
              <a:off x="706" y="407"/>
              <a:ext cx="66" cy="68"/>
            </a:xfrm>
            <a:custGeom>
              <a:avLst/>
              <a:gdLst/>
              <a:ahLst/>
              <a:cxnLst>
                <a:cxn ang="0">
                  <a:pos x="115" y="0"/>
                </a:cxn>
                <a:cxn ang="0">
                  <a:pos x="0" y="24"/>
                </a:cxn>
                <a:cxn ang="0">
                  <a:pos x="0" y="24"/>
                </a:cxn>
                <a:cxn ang="0">
                  <a:pos x="5" y="41"/>
                </a:cxn>
                <a:cxn ang="0">
                  <a:pos x="11" y="59"/>
                </a:cxn>
                <a:cxn ang="0">
                  <a:pos x="19" y="76"/>
                </a:cxn>
                <a:cxn ang="0">
                  <a:pos x="27" y="93"/>
                </a:cxn>
                <a:cxn ang="0">
                  <a:pos x="36" y="109"/>
                </a:cxn>
                <a:cxn ang="0">
                  <a:pos x="47" y="124"/>
                </a:cxn>
                <a:cxn ang="0">
                  <a:pos x="57" y="139"/>
                </a:cxn>
                <a:cxn ang="0">
                  <a:pos x="69" y="153"/>
                </a:cxn>
                <a:cxn ang="0">
                  <a:pos x="82" y="167"/>
                </a:cxn>
                <a:cxn ang="0">
                  <a:pos x="96" y="180"/>
                </a:cxn>
                <a:cxn ang="0">
                  <a:pos x="110" y="191"/>
                </a:cxn>
                <a:cxn ang="0">
                  <a:pos x="126" y="203"/>
                </a:cxn>
                <a:cxn ang="0">
                  <a:pos x="141" y="213"/>
                </a:cxn>
                <a:cxn ang="0">
                  <a:pos x="158" y="223"/>
                </a:cxn>
                <a:cxn ang="0">
                  <a:pos x="176" y="231"/>
                </a:cxn>
                <a:cxn ang="0">
                  <a:pos x="193" y="239"/>
                </a:cxn>
                <a:cxn ang="0">
                  <a:pos x="230" y="126"/>
                </a:cxn>
                <a:cxn ang="0">
                  <a:pos x="230" y="126"/>
                </a:cxn>
                <a:cxn ang="0">
                  <a:pos x="210" y="116"/>
                </a:cxn>
                <a:cxn ang="0">
                  <a:pos x="191" y="104"/>
                </a:cxn>
                <a:cxn ang="0">
                  <a:pos x="174" y="90"/>
                </a:cxn>
                <a:cxn ang="0">
                  <a:pos x="157" y="75"/>
                </a:cxn>
                <a:cxn ang="0">
                  <a:pos x="144" y="58"/>
                </a:cxn>
                <a:cxn ang="0">
                  <a:pos x="133" y="39"/>
                </a:cxn>
                <a:cxn ang="0">
                  <a:pos x="122" y="19"/>
                </a:cxn>
                <a:cxn ang="0">
                  <a:pos x="115" y="0"/>
                </a:cxn>
                <a:cxn ang="0">
                  <a:pos x="115" y="0"/>
                </a:cxn>
              </a:cxnLst>
              <a:rect l="0" t="0" r="r" b="b"/>
              <a:pathLst>
                <a:path w="230" h="239">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w="9525">
              <a:noFill/>
              <a:round/>
              <a:headEnd/>
              <a:tailEnd/>
            </a:ln>
          </p:spPr>
          <p:txBody>
            <a:bodyPr/>
            <a:lstStyle/>
            <a:p>
              <a:endParaRPr lang="en-US"/>
            </a:p>
          </p:txBody>
        </p:sp>
        <p:sp>
          <p:nvSpPr>
            <p:cNvPr id="4112" name="Freeform 16"/>
            <p:cNvSpPr>
              <a:spLocks/>
            </p:cNvSpPr>
            <p:nvPr/>
          </p:nvSpPr>
          <p:spPr bwMode="auto">
            <a:xfrm>
              <a:off x="815" y="306"/>
              <a:ext cx="66" cy="69"/>
            </a:xfrm>
            <a:custGeom>
              <a:avLst/>
              <a:gdLst/>
              <a:ahLst/>
              <a:cxnLst>
                <a:cxn ang="0">
                  <a:pos x="113" y="240"/>
                </a:cxn>
                <a:cxn ang="0">
                  <a:pos x="230" y="214"/>
                </a:cxn>
                <a:cxn ang="0">
                  <a:pos x="230" y="214"/>
                </a:cxn>
                <a:cxn ang="0">
                  <a:pos x="225" y="197"/>
                </a:cxn>
                <a:cxn ang="0">
                  <a:pos x="218" y="179"/>
                </a:cxn>
                <a:cxn ang="0">
                  <a:pos x="211" y="162"/>
                </a:cxn>
                <a:cxn ang="0">
                  <a:pos x="203" y="146"/>
                </a:cxn>
                <a:cxn ang="0">
                  <a:pos x="194" y="129"/>
                </a:cxn>
                <a:cxn ang="0">
                  <a:pos x="183" y="114"/>
                </a:cxn>
                <a:cxn ang="0">
                  <a:pos x="173" y="99"/>
                </a:cxn>
                <a:cxn ang="0">
                  <a:pos x="160" y="85"/>
                </a:cxn>
                <a:cxn ang="0">
                  <a:pos x="147" y="71"/>
                </a:cxn>
                <a:cxn ang="0">
                  <a:pos x="134" y="58"/>
                </a:cxn>
                <a:cxn ang="0">
                  <a:pos x="119" y="47"/>
                </a:cxn>
                <a:cxn ang="0">
                  <a:pos x="104" y="35"/>
                </a:cxn>
                <a:cxn ang="0">
                  <a:pos x="88" y="25"/>
                </a:cxn>
                <a:cxn ang="0">
                  <a:pos x="72" y="15"/>
                </a:cxn>
                <a:cxn ang="0">
                  <a:pos x="54" y="7"/>
                </a:cxn>
                <a:cxn ang="0">
                  <a:pos x="36" y="0"/>
                </a:cxn>
                <a:cxn ang="0">
                  <a:pos x="0" y="112"/>
                </a:cxn>
                <a:cxn ang="0">
                  <a:pos x="0" y="112"/>
                </a:cxn>
                <a:cxn ang="0">
                  <a:pos x="20" y="122"/>
                </a:cxn>
                <a:cxn ang="0">
                  <a:pos x="39" y="134"/>
                </a:cxn>
                <a:cxn ang="0">
                  <a:pos x="57" y="148"/>
                </a:cxn>
                <a:cxn ang="0">
                  <a:pos x="72" y="164"/>
                </a:cxn>
                <a:cxn ang="0">
                  <a:pos x="86" y="181"/>
                </a:cxn>
                <a:cxn ang="0">
                  <a:pos x="97" y="199"/>
                </a:cxn>
                <a:cxn ang="0">
                  <a:pos x="106" y="219"/>
                </a:cxn>
                <a:cxn ang="0">
                  <a:pos x="113" y="240"/>
                </a:cxn>
                <a:cxn ang="0">
                  <a:pos x="113" y="240"/>
                </a:cxn>
              </a:cxnLst>
              <a:rect l="0" t="0" r="r" b="b"/>
              <a:pathLst>
                <a:path w="230" h="24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w="9525">
              <a:noFill/>
              <a:round/>
              <a:headEnd/>
              <a:tailEnd/>
            </a:ln>
          </p:spPr>
          <p:txBody>
            <a:bodyPr/>
            <a:lstStyle/>
            <a:p>
              <a:endParaRPr lang="en-US"/>
            </a:p>
          </p:txBody>
        </p:sp>
        <p:sp>
          <p:nvSpPr>
            <p:cNvPr id="4113" name="Freeform 17"/>
            <p:cNvSpPr>
              <a:spLocks/>
            </p:cNvSpPr>
            <p:nvPr/>
          </p:nvSpPr>
          <p:spPr bwMode="auto">
            <a:xfrm>
              <a:off x="770" y="435"/>
              <a:ext cx="81" cy="46"/>
            </a:xfrm>
            <a:custGeom>
              <a:avLst/>
              <a:gdLst/>
              <a:ahLst/>
              <a:cxnLst>
                <a:cxn ang="0">
                  <a:pos x="37" y="36"/>
                </a:cxn>
                <a:cxn ang="0">
                  <a:pos x="0" y="148"/>
                </a:cxn>
                <a:cxn ang="0">
                  <a:pos x="0" y="148"/>
                </a:cxn>
                <a:cxn ang="0">
                  <a:pos x="19" y="153"/>
                </a:cxn>
                <a:cxn ang="0">
                  <a:pos x="38" y="156"/>
                </a:cxn>
                <a:cxn ang="0">
                  <a:pos x="57" y="158"/>
                </a:cxn>
                <a:cxn ang="0">
                  <a:pos x="76" y="159"/>
                </a:cxn>
                <a:cxn ang="0">
                  <a:pos x="96" y="159"/>
                </a:cxn>
                <a:cxn ang="0">
                  <a:pos x="114" y="158"/>
                </a:cxn>
                <a:cxn ang="0">
                  <a:pos x="133" y="155"/>
                </a:cxn>
                <a:cxn ang="0">
                  <a:pos x="150" y="152"/>
                </a:cxn>
                <a:cxn ang="0">
                  <a:pos x="169" y="147"/>
                </a:cxn>
                <a:cxn ang="0">
                  <a:pos x="186" y="141"/>
                </a:cxn>
                <a:cxn ang="0">
                  <a:pos x="204" y="136"/>
                </a:cxn>
                <a:cxn ang="0">
                  <a:pos x="220" y="127"/>
                </a:cxn>
                <a:cxn ang="0">
                  <a:pos x="238" y="119"/>
                </a:cxn>
                <a:cxn ang="0">
                  <a:pos x="253" y="110"/>
                </a:cxn>
                <a:cxn ang="0">
                  <a:pos x="268" y="99"/>
                </a:cxn>
                <a:cxn ang="0">
                  <a:pos x="283" y="88"/>
                </a:cxn>
                <a:cxn ang="0">
                  <a:pos x="204" y="0"/>
                </a:cxn>
                <a:cxn ang="0">
                  <a:pos x="204" y="0"/>
                </a:cxn>
                <a:cxn ang="0">
                  <a:pos x="185" y="12"/>
                </a:cxn>
                <a:cxn ang="0">
                  <a:pos x="167" y="23"/>
                </a:cxn>
                <a:cxn ang="0">
                  <a:pos x="146" y="31"/>
                </a:cxn>
                <a:cxn ang="0">
                  <a:pos x="125" y="37"/>
                </a:cxn>
                <a:cxn ang="0">
                  <a:pos x="104" y="40"/>
                </a:cxn>
                <a:cxn ang="0">
                  <a:pos x="82" y="41"/>
                </a:cxn>
                <a:cxn ang="0">
                  <a:pos x="59" y="39"/>
                </a:cxn>
                <a:cxn ang="0">
                  <a:pos x="37" y="36"/>
                </a:cxn>
                <a:cxn ang="0">
                  <a:pos x="37" y="36"/>
                </a:cxn>
              </a:cxnLst>
              <a:rect l="0" t="0" r="r" b="b"/>
              <a:pathLst>
                <a:path w="283" h="159">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w="9525">
              <a:noFill/>
              <a:round/>
              <a:headEnd/>
              <a:tailEnd/>
            </a:ln>
          </p:spPr>
          <p:txBody>
            <a:bodyPr/>
            <a:lstStyle/>
            <a:p>
              <a:endParaRPr lang="en-US"/>
            </a:p>
          </p:txBody>
        </p:sp>
      </p:grpSp>
      <p:grpSp>
        <p:nvGrpSpPr>
          <p:cNvPr id="4124" name="Group 28"/>
          <p:cNvGrpSpPr>
            <a:grpSpLocks/>
          </p:cNvGrpSpPr>
          <p:nvPr/>
        </p:nvGrpSpPr>
        <p:grpSpPr bwMode="auto">
          <a:xfrm>
            <a:off x="8494713" y="5792788"/>
            <a:ext cx="554037" cy="552450"/>
            <a:chOff x="5369" y="3667"/>
            <a:chExt cx="349" cy="348"/>
          </a:xfrm>
        </p:grpSpPr>
        <p:sp>
          <p:nvSpPr>
            <p:cNvPr id="4125" name="Freeform 29"/>
            <p:cNvSpPr>
              <a:spLocks/>
            </p:cNvSpPr>
            <p:nvPr/>
          </p:nvSpPr>
          <p:spPr bwMode="auto">
            <a:xfrm>
              <a:off x="5396" y="3667"/>
              <a:ext cx="138" cy="112"/>
            </a:xfrm>
            <a:custGeom>
              <a:avLst/>
              <a:gdLst/>
              <a:ahLst/>
              <a:cxnLst>
                <a:cxn ang="0">
                  <a:pos x="182" y="86"/>
                </a:cxn>
                <a:cxn ang="0">
                  <a:pos x="182" y="0"/>
                </a:cxn>
                <a:cxn ang="0">
                  <a:pos x="182" y="0"/>
                </a:cxn>
                <a:cxn ang="0">
                  <a:pos x="154" y="2"/>
                </a:cxn>
                <a:cxn ang="0">
                  <a:pos x="128" y="10"/>
                </a:cxn>
                <a:cxn ang="0">
                  <a:pos x="102" y="18"/>
                </a:cxn>
                <a:cxn ang="0">
                  <a:pos x="78" y="30"/>
                </a:cxn>
                <a:cxn ang="0">
                  <a:pos x="56" y="46"/>
                </a:cxn>
                <a:cxn ang="0">
                  <a:pos x="36" y="64"/>
                </a:cxn>
                <a:cxn ang="0">
                  <a:pos x="16" y="82"/>
                </a:cxn>
                <a:cxn ang="0">
                  <a:pos x="0" y="104"/>
                </a:cxn>
                <a:cxn ang="0">
                  <a:pos x="76" y="148"/>
                </a:cxn>
                <a:cxn ang="0">
                  <a:pos x="76" y="148"/>
                </a:cxn>
                <a:cxn ang="0">
                  <a:pos x="86" y="136"/>
                </a:cxn>
                <a:cxn ang="0">
                  <a:pos x="96" y="124"/>
                </a:cxn>
                <a:cxn ang="0">
                  <a:pos x="108" y="114"/>
                </a:cxn>
                <a:cxn ang="0">
                  <a:pos x="122" y="104"/>
                </a:cxn>
                <a:cxn ang="0">
                  <a:pos x="136" y="98"/>
                </a:cxn>
                <a:cxn ang="0">
                  <a:pos x="150" y="92"/>
                </a:cxn>
                <a:cxn ang="0">
                  <a:pos x="166" y="88"/>
                </a:cxn>
                <a:cxn ang="0">
                  <a:pos x="182" y="86"/>
                </a:cxn>
                <a:cxn ang="0">
                  <a:pos x="182" y="86"/>
                </a:cxn>
              </a:cxnLst>
              <a:rect l="0" t="0" r="r" b="b"/>
              <a:pathLst>
                <a:path w="182" h="148">
                  <a:moveTo>
                    <a:pt x="182" y="86"/>
                  </a:moveTo>
                  <a:lnTo>
                    <a:pt x="182" y="0"/>
                  </a:lnTo>
                  <a:lnTo>
                    <a:pt x="182" y="0"/>
                  </a:lnTo>
                  <a:lnTo>
                    <a:pt x="154" y="2"/>
                  </a:lnTo>
                  <a:lnTo>
                    <a:pt x="128" y="10"/>
                  </a:lnTo>
                  <a:lnTo>
                    <a:pt x="102" y="18"/>
                  </a:lnTo>
                  <a:lnTo>
                    <a:pt x="78" y="30"/>
                  </a:lnTo>
                  <a:lnTo>
                    <a:pt x="56" y="46"/>
                  </a:lnTo>
                  <a:lnTo>
                    <a:pt x="36" y="64"/>
                  </a:lnTo>
                  <a:lnTo>
                    <a:pt x="16" y="82"/>
                  </a:lnTo>
                  <a:lnTo>
                    <a:pt x="0" y="104"/>
                  </a:lnTo>
                  <a:lnTo>
                    <a:pt x="76" y="148"/>
                  </a:lnTo>
                  <a:lnTo>
                    <a:pt x="76" y="148"/>
                  </a:lnTo>
                  <a:lnTo>
                    <a:pt x="86" y="136"/>
                  </a:lnTo>
                  <a:lnTo>
                    <a:pt x="96" y="124"/>
                  </a:lnTo>
                  <a:lnTo>
                    <a:pt x="108" y="114"/>
                  </a:lnTo>
                  <a:lnTo>
                    <a:pt x="122" y="104"/>
                  </a:lnTo>
                  <a:lnTo>
                    <a:pt x="136" y="98"/>
                  </a:lnTo>
                  <a:lnTo>
                    <a:pt x="150" y="92"/>
                  </a:lnTo>
                  <a:lnTo>
                    <a:pt x="166" y="88"/>
                  </a:lnTo>
                  <a:lnTo>
                    <a:pt x="182" y="86"/>
                  </a:lnTo>
                  <a:lnTo>
                    <a:pt x="182" y="86"/>
                  </a:lnTo>
                  <a:close/>
                </a:path>
              </a:pathLst>
            </a:custGeom>
            <a:solidFill>
              <a:srgbClr val="0066CC"/>
            </a:solidFill>
            <a:ln w="9525">
              <a:noFill/>
              <a:round/>
              <a:headEnd/>
              <a:tailEnd/>
            </a:ln>
          </p:spPr>
          <p:txBody>
            <a:bodyPr/>
            <a:lstStyle/>
            <a:p>
              <a:endParaRPr lang="en-US"/>
            </a:p>
          </p:txBody>
        </p:sp>
        <p:sp>
          <p:nvSpPr>
            <p:cNvPr id="4126" name="Freeform 30"/>
            <p:cNvSpPr>
              <a:spLocks/>
            </p:cNvSpPr>
            <p:nvPr/>
          </p:nvSpPr>
          <p:spPr bwMode="auto">
            <a:xfrm>
              <a:off x="5642" y="3761"/>
              <a:ext cx="76" cy="160"/>
            </a:xfrm>
            <a:custGeom>
              <a:avLst/>
              <a:gdLst/>
              <a:ahLst/>
              <a:cxnLst>
                <a:cxn ang="0">
                  <a:pos x="14" y="106"/>
                </a:cxn>
                <a:cxn ang="0">
                  <a:pos x="14" y="106"/>
                </a:cxn>
                <a:cxn ang="0">
                  <a:pos x="14" y="122"/>
                </a:cxn>
                <a:cxn ang="0">
                  <a:pos x="10" y="138"/>
                </a:cxn>
                <a:cxn ang="0">
                  <a:pos x="6" y="152"/>
                </a:cxn>
                <a:cxn ang="0">
                  <a:pos x="0" y="168"/>
                </a:cxn>
                <a:cxn ang="0">
                  <a:pos x="74" y="210"/>
                </a:cxn>
                <a:cxn ang="0">
                  <a:pos x="74" y="210"/>
                </a:cxn>
                <a:cxn ang="0">
                  <a:pos x="86" y="186"/>
                </a:cxn>
                <a:cxn ang="0">
                  <a:pos x="94" y="160"/>
                </a:cxn>
                <a:cxn ang="0">
                  <a:pos x="98" y="134"/>
                </a:cxn>
                <a:cxn ang="0">
                  <a:pos x="100" y="106"/>
                </a:cxn>
                <a:cxn ang="0">
                  <a:pos x="100" y="106"/>
                </a:cxn>
                <a:cxn ang="0">
                  <a:pos x="98" y="78"/>
                </a:cxn>
                <a:cxn ang="0">
                  <a:pos x="94" y="50"/>
                </a:cxn>
                <a:cxn ang="0">
                  <a:pos x="86" y="24"/>
                </a:cxn>
                <a:cxn ang="0">
                  <a:pos x="74" y="0"/>
                </a:cxn>
                <a:cxn ang="0">
                  <a:pos x="0" y="44"/>
                </a:cxn>
                <a:cxn ang="0">
                  <a:pos x="0" y="44"/>
                </a:cxn>
                <a:cxn ang="0">
                  <a:pos x="6" y="58"/>
                </a:cxn>
                <a:cxn ang="0">
                  <a:pos x="10" y="72"/>
                </a:cxn>
                <a:cxn ang="0">
                  <a:pos x="14" y="88"/>
                </a:cxn>
                <a:cxn ang="0">
                  <a:pos x="14" y="106"/>
                </a:cxn>
                <a:cxn ang="0">
                  <a:pos x="14" y="106"/>
                </a:cxn>
              </a:cxnLst>
              <a:rect l="0" t="0" r="r" b="b"/>
              <a:pathLst>
                <a:path w="100" h="210">
                  <a:moveTo>
                    <a:pt x="14" y="106"/>
                  </a:moveTo>
                  <a:lnTo>
                    <a:pt x="14" y="106"/>
                  </a:lnTo>
                  <a:lnTo>
                    <a:pt x="14" y="122"/>
                  </a:lnTo>
                  <a:lnTo>
                    <a:pt x="10" y="138"/>
                  </a:lnTo>
                  <a:lnTo>
                    <a:pt x="6" y="152"/>
                  </a:lnTo>
                  <a:lnTo>
                    <a:pt x="0" y="168"/>
                  </a:lnTo>
                  <a:lnTo>
                    <a:pt x="74" y="210"/>
                  </a:lnTo>
                  <a:lnTo>
                    <a:pt x="74" y="210"/>
                  </a:lnTo>
                  <a:lnTo>
                    <a:pt x="86" y="186"/>
                  </a:lnTo>
                  <a:lnTo>
                    <a:pt x="94" y="160"/>
                  </a:lnTo>
                  <a:lnTo>
                    <a:pt x="98" y="134"/>
                  </a:lnTo>
                  <a:lnTo>
                    <a:pt x="100" y="106"/>
                  </a:lnTo>
                  <a:lnTo>
                    <a:pt x="100" y="106"/>
                  </a:lnTo>
                  <a:lnTo>
                    <a:pt x="98" y="78"/>
                  </a:lnTo>
                  <a:lnTo>
                    <a:pt x="94" y="50"/>
                  </a:lnTo>
                  <a:lnTo>
                    <a:pt x="86" y="24"/>
                  </a:lnTo>
                  <a:lnTo>
                    <a:pt x="74" y="0"/>
                  </a:lnTo>
                  <a:lnTo>
                    <a:pt x="0" y="44"/>
                  </a:lnTo>
                  <a:lnTo>
                    <a:pt x="0" y="44"/>
                  </a:lnTo>
                  <a:lnTo>
                    <a:pt x="6" y="58"/>
                  </a:lnTo>
                  <a:lnTo>
                    <a:pt x="10" y="72"/>
                  </a:lnTo>
                  <a:lnTo>
                    <a:pt x="14" y="88"/>
                  </a:lnTo>
                  <a:lnTo>
                    <a:pt x="14" y="106"/>
                  </a:lnTo>
                  <a:lnTo>
                    <a:pt x="14" y="106"/>
                  </a:lnTo>
                  <a:close/>
                </a:path>
              </a:pathLst>
            </a:custGeom>
            <a:solidFill>
              <a:srgbClr val="0066CC"/>
            </a:solidFill>
            <a:ln w="9525">
              <a:noFill/>
              <a:round/>
              <a:headEnd/>
              <a:tailEnd/>
            </a:ln>
          </p:spPr>
          <p:txBody>
            <a:bodyPr/>
            <a:lstStyle/>
            <a:p>
              <a:endParaRPr lang="en-US"/>
            </a:p>
          </p:txBody>
        </p:sp>
        <p:sp>
          <p:nvSpPr>
            <p:cNvPr id="4127" name="Freeform 31"/>
            <p:cNvSpPr>
              <a:spLocks/>
            </p:cNvSpPr>
            <p:nvPr/>
          </p:nvSpPr>
          <p:spPr bwMode="auto">
            <a:xfrm>
              <a:off x="5369" y="3761"/>
              <a:ext cx="76" cy="160"/>
            </a:xfrm>
            <a:custGeom>
              <a:avLst/>
              <a:gdLst/>
              <a:ahLst/>
              <a:cxnLst>
                <a:cxn ang="0">
                  <a:pos x="86" y="106"/>
                </a:cxn>
                <a:cxn ang="0">
                  <a:pos x="86" y="106"/>
                </a:cxn>
                <a:cxn ang="0">
                  <a:pos x="86" y="88"/>
                </a:cxn>
                <a:cxn ang="0">
                  <a:pos x="90" y="72"/>
                </a:cxn>
                <a:cxn ang="0">
                  <a:pos x="94" y="58"/>
                </a:cxn>
                <a:cxn ang="0">
                  <a:pos x="100" y="44"/>
                </a:cxn>
                <a:cxn ang="0">
                  <a:pos x="26" y="0"/>
                </a:cxn>
                <a:cxn ang="0">
                  <a:pos x="26" y="0"/>
                </a:cxn>
                <a:cxn ang="0">
                  <a:pos x="14" y="24"/>
                </a:cxn>
                <a:cxn ang="0">
                  <a:pos x="6" y="50"/>
                </a:cxn>
                <a:cxn ang="0">
                  <a:pos x="2" y="78"/>
                </a:cxn>
                <a:cxn ang="0">
                  <a:pos x="0" y="106"/>
                </a:cxn>
                <a:cxn ang="0">
                  <a:pos x="0" y="106"/>
                </a:cxn>
                <a:cxn ang="0">
                  <a:pos x="2" y="134"/>
                </a:cxn>
                <a:cxn ang="0">
                  <a:pos x="6" y="160"/>
                </a:cxn>
                <a:cxn ang="0">
                  <a:pos x="14" y="186"/>
                </a:cxn>
                <a:cxn ang="0">
                  <a:pos x="26" y="210"/>
                </a:cxn>
                <a:cxn ang="0">
                  <a:pos x="100" y="168"/>
                </a:cxn>
                <a:cxn ang="0">
                  <a:pos x="100" y="168"/>
                </a:cxn>
                <a:cxn ang="0">
                  <a:pos x="94" y="152"/>
                </a:cxn>
                <a:cxn ang="0">
                  <a:pos x="90" y="138"/>
                </a:cxn>
                <a:cxn ang="0">
                  <a:pos x="86" y="122"/>
                </a:cxn>
                <a:cxn ang="0">
                  <a:pos x="86" y="106"/>
                </a:cxn>
                <a:cxn ang="0">
                  <a:pos x="86" y="106"/>
                </a:cxn>
              </a:cxnLst>
              <a:rect l="0" t="0" r="r" b="b"/>
              <a:pathLst>
                <a:path w="100" h="210">
                  <a:moveTo>
                    <a:pt x="86" y="106"/>
                  </a:moveTo>
                  <a:lnTo>
                    <a:pt x="86" y="106"/>
                  </a:lnTo>
                  <a:lnTo>
                    <a:pt x="86" y="88"/>
                  </a:lnTo>
                  <a:lnTo>
                    <a:pt x="90" y="72"/>
                  </a:lnTo>
                  <a:lnTo>
                    <a:pt x="94" y="58"/>
                  </a:lnTo>
                  <a:lnTo>
                    <a:pt x="100" y="44"/>
                  </a:lnTo>
                  <a:lnTo>
                    <a:pt x="26" y="0"/>
                  </a:lnTo>
                  <a:lnTo>
                    <a:pt x="26" y="0"/>
                  </a:lnTo>
                  <a:lnTo>
                    <a:pt x="14" y="24"/>
                  </a:lnTo>
                  <a:lnTo>
                    <a:pt x="6" y="50"/>
                  </a:lnTo>
                  <a:lnTo>
                    <a:pt x="2" y="78"/>
                  </a:lnTo>
                  <a:lnTo>
                    <a:pt x="0" y="106"/>
                  </a:lnTo>
                  <a:lnTo>
                    <a:pt x="0" y="106"/>
                  </a:lnTo>
                  <a:lnTo>
                    <a:pt x="2" y="134"/>
                  </a:lnTo>
                  <a:lnTo>
                    <a:pt x="6" y="160"/>
                  </a:lnTo>
                  <a:lnTo>
                    <a:pt x="14" y="186"/>
                  </a:lnTo>
                  <a:lnTo>
                    <a:pt x="26" y="210"/>
                  </a:lnTo>
                  <a:lnTo>
                    <a:pt x="100" y="168"/>
                  </a:lnTo>
                  <a:lnTo>
                    <a:pt x="100" y="168"/>
                  </a:lnTo>
                  <a:lnTo>
                    <a:pt x="94" y="152"/>
                  </a:lnTo>
                  <a:lnTo>
                    <a:pt x="90" y="138"/>
                  </a:lnTo>
                  <a:lnTo>
                    <a:pt x="86" y="122"/>
                  </a:lnTo>
                  <a:lnTo>
                    <a:pt x="86" y="106"/>
                  </a:lnTo>
                  <a:lnTo>
                    <a:pt x="86" y="106"/>
                  </a:lnTo>
                  <a:close/>
                </a:path>
              </a:pathLst>
            </a:custGeom>
            <a:solidFill>
              <a:schemeClr val="tx2"/>
            </a:solidFill>
            <a:ln w="9525">
              <a:noFill/>
              <a:round/>
              <a:headEnd/>
              <a:tailEnd/>
            </a:ln>
          </p:spPr>
          <p:txBody>
            <a:bodyPr/>
            <a:lstStyle/>
            <a:p>
              <a:endParaRPr lang="en-US"/>
            </a:p>
          </p:txBody>
        </p:sp>
        <p:sp>
          <p:nvSpPr>
            <p:cNvPr id="4128" name="Freeform 32"/>
            <p:cNvSpPr>
              <a:spLocks/>
            </p:cNvSpPr>
            <p:nvPr/>
          </p:nvSpPr>
          <p:spPr bwMode="auto">
            <a:xfrm>
              <a:off x="5396" y="3902"/>
              <a:ext cx="138" cy="113"/>
            </a:xfrm>
            <a:custGeom>
              <a:avLst/>
              <a:gdLst/>
              <a:ahLst/>
              <a:cxnLst>
                <a:cxn ang="0">
                  <a:pos x="76" y="0"/>
                </a:cxn>
                <a:cxn ang="0">
                  <a:pos x="0" y="44"/>
                </a:cxn>
                <a:cxn ang="0">
                  <a:pos x="0" y="44"/>
                </a:cxn>
                <a:cxn ang="0">
                  <a:pos x="16" y="66"/>
                </a:cxn>
                <a:cxn ang="0">
                  <a:pos x="36" y="84"/>
                </a:cxn>
                <a:cxn ang="0">
                  <a:pos x="56" y="102"/>
                </a:cxn>
                <a:cxn ang="0">
                  <a:pos x="78" y="118"/>
                </a:cxn>
                <a:cxn ang="0">
                  <a:pos x="102" y="130"/>
                </a:cxn>
                <a:cxn ang="0">
                  <a:pos x="128" y="138"/>
                </a:cxn>
                <a:cxn ang="0">
                  <a:pos x="154" y="146"/>
                </a:cxn>
                <a:cxn ang="0">
                  <a:pos x="182" y="148"/>
                </a:cxn>
                <a:cxn ang="0">
                  <a:pos x="182" y="62"/>
                </a:cxn>
                <a:cxn ang="0">
                  <a:pos x="182" y="62"/>
                </a:cxn>
                <a:cxn ang="0">
                  <a:pos x="166" y="60"/>
                </a:cxn>
                <a:cxn ang="0">
                  <a:pos x="150" y="56"/>
                </a:cxn>
                <a:cxn ang="0">
                  <a:pos x="136" y="50"/>
                </a:cxn>
                <a:cxn ang="0">
                  <a:pos x="122" y="44"/>
                </a:cxn>
                <a:cxn ang="0">
                  <a:pos x="108" y="34"/>
                </a:cxn>
                <a:cxn ang="0">
                  <a:pos x="96" y="24"/>
                </a:cxn>
                <a:cxn ang="0">
                  <a:pos x="86" y="14"/>
                </a:cxn>
                <a:cxn ang="0">
                  <a:pos x="76" y="0"/>
                </a:cxn>
                <a:cxn ang="0">
                  <a:pos x="76" y="0"/>
                </a:cxn>
              </a:cxnLst>
              <a:rect l="0" t="0" r="r" b="b"/>
              <a:pathLst>
                <a:path w="182" h="148">
                  <a:moveTo>
                    <a:pt x="76" y="0"/>
                  </a:moveTo>
                  <a:lnTo>
                    <a:pt x="0" y="44"/>
                  </a:lnTo>
                  <a:lnTo>
                    <a:pt x="0" y="44"/>
                  </a:lnTo>
                  <a:lnTo>
                    <a:pt x="16" y="66"/>
                  </a:lnTo>
                  <a:lnTo>
                    <a:pt x="36" y="84"/>
                  </a:lnTo>
                  <a:lnTo>
                    <a:pt x="56" y="102"/>
                  </a:lnTo>
                  <a:lnTo>
                    <a:pt x="78" y="118"/>
                  </a:lnTo>
                  <a:lnTo>
                    <a:pt x="102" y="130"/>
                  </a:lnTo>
                  <a:lnTo>
                    <a:pt x="128" y="138"/>
                  </a:lnTo>
                  <a:lnTo>
                    <a:pt x="154" y="146"/>
                  </a:lnTo>
                  <a:lnTo>
                    <a:pt x="182" y="148"/>
                  </a:lnTo>
                  <a:lnTo>
                    <a:pt x="182" y="62"/>
                  </a:lnTo>
                  <a:lnTo>
                    <a:pt x="182" y="62"/>
                  </a:lnTo>
                  <a:lnTo>
                    <a:pt x="166" y="60"/>
                  </a:lnTo>
                  <a:lnTo>
                    <a:pt x="150" y="56"/>
                  </a:lnTo>
                  <a:lnTo>
                    <a:pt x="136" y="50"/>
                  </a:lnTo>
                  <a:lnTo>
                    <a:pt x="122" y="44"/>
                  </a:lnTo>
                  <a:lnTo>
                    <a:pt x="108" y="34"/>
                  </a:lnTo>
                  <a:lnTo>
                    <a:pt x="96" y="24"/>
                  </a:lnTo>
                  <a:lnTo>
                    <a:pt x="86" y="14"/>
                  </a:lnTo>
                  <a:lnTo>
                    <a:pt x="76" y="0"/>
                  </a:lnTo>
                  <a:lnTo>
                    <a:pt x="76" y="0"/>
                  </a:lnTo>
                  <a:close/>
                </a:path>
              </a:pathLst>
            </a:custGeom>
            <a:solidFill>
              <a:schemeClr val="tx2"/>
            </a:solidFill>
            <a:ln w="9525">
              <a:noFill/>
              <a:round/>
              <a:headEnd/>
              <a:tailEnd/>
            </a:ln>
          </p:spPr>
          <p:txBody>
            <a:bodyPr/>
            <a:lstStyle/>
            <a:p>
              <a:endParaRPr lang="en-US"/>
            </a:p>
          </p:txBody>
        </p:sp>
        <p:sp>
          <p:nvSpPr>
            <p:cNvPr id="4129" name="Freeform 33"/>
            <p:cNvSpPr>
              <a:spLocks/>
            </p:cNvSpPr>
            <p:nvPr/>
          </p:nvSpPr>
          <p:spPr bwMode="auto">
            <a:xfrm>
              <a:off x="5553" y="3667"/>
              <a:ext cx="138" cy="112"/>
            </a:xfrm>
            <a:custGeom>
              <a:avLst/>
              <a:gdLst/>
              <a:ahLst/>
              <a:cxnLst>
                <a:cxn ang="0">
                  <a:pos x="106" y="148"/>
                </a:cxn>
                <a:cxn ang="0">
                  <a:pos x="182" y="104"/>
                </a:cxn>
                <a:cxn ang="0">
                  <a:pos x="182" y="104"/>
                </a:cxn>
                <a:cxn ang="0">
                  <a:pos x="166" y="82"/>
                </a:cxn>
                <a:cxn ang="0">
                  <a:pos x="148" y="64"/>
                </a:cxn>
                <a:cxn ang="0">
                  <a:pos x="126" y="46"/>
                </a:cxn>
                <a:cxn ang="0">
                  <a:pos x="104" y="30"/>
                </a:cxn>
                <a:cxn ang="0">
                  <a:pos x="80" y="18"/>
                </a:cxn>
                <a:cxn ang="0">
                  <a:pos x="54" y="10"/>
                </a:cxn>
                <a:cxn ang="0">
                  <a:pos x="28" y="2"/>
                </a:cxn>
                <a:cxn ang="0">
                  <a:pos x="0" y="0"/>
                </a:cxn>
                <a:cxn ang="0">
                  <a:pos x="0" y="86"/>
                </a:cxn>
                <a:cxn ang="0">
                  <a:pos x="0" y="86"/>
                </a:cxn>
                <a:cxn ang="0">
                  <a:pos x="16" y="88"/>
                </a:cxn>
                <a:cxn ang="0">
                  <a:pos x="32" y="92"/>
                </a:cxn>
                <a:cxn ang="0">
                  <a:pos x="46" y="98"/>
                </a:cxn>
                <a:cxn ang="0">
                  <a:pos x="60" y="104"/>
                </a:cxn>
                <a:cxn ang="0">
                  <a:pos x="74" y="114"/>
                </a:cxn>
                <a:cxn ang="0">
                  <a:pos x="86" y="124"/>
                </a:cxn>
                <a:cxn ang="0">
                  <a:pos x="98" y="136"/>
                </a:cxn>
                <a:cxn ang="0">
                  <a:pos x="106" y="148"/>
                </a:cxn>
                <a:cxn ang="0">
                  <a:pos x="106" y="148"/>
                </a:cxn>
              </a:cxnLst>
              <a:rect l="0" t="0" r="r" b="b"/>
              <a:pathLst>
                <a:path w="182" h="148">
                  <a:moveTo>
                    <a:pt x="106" y="148"/>
                  </a:moveTo>
                  <a:lnTo>
                    <a:pt x="182" y="104"/>
                  </a:lnTo>
                  <a:lnTo>
                    <a:pt x="182" y="104"/>
                  </a:lnTo>
                  <a:lnTo>
                    <a:pt x="166" y="82"/>
                  </a:lnTo>
                  <a:lnTo>
                    <a:pt x="148" y="64"/>
                  </a:lnTo>
                  <a:lnTo>
                    <a:pt x="126" y="46"/>
                  </a:lnTo>
                  <a:lnTo>
                    <a:pt x="104" y="30"/>
                  </a:lnTo>
                  <a:lnTo>
                    <a:pt x="80" y="18"/>
                  </a:lnTo>
                  <a:lnTo>
                    <a:pt x="54" y="10"/>
                  </a:lnTo>
                  <a:lnTo>
                    <a:pt x="28" y="2"/>
                  </a:lnTo>
                  <a:lnTo>
                    <a:pt x="0" y="0"/>
                  </a:lnTo>
                  <a:lnTo>
                    <a:pt x="0" y="86"/>
                  </a:lnTo>
                  <a:lnTo>
                    <a:pt x="0" y="86"/>
                  </a:lnTo>
                  <a:lnTo>
                    <a:pt x="16" y="88"/>
                  </a:lnTo>
                  <a:lnTo>
                    <a:pt x="32" y="92"/>
                  </a:lnTo>
                  <a:lnTo>
                    <a:pt x="46" y="98"/>
                  </a:lnTo>
                  <a:lnTo>
                    <a:pt x="60" y="104"/>
                  </a:lnTo>
                  <a:lnTo>
                    <a:pt x="74" y="114"/>
                  </a:lnTo>
                  <a:lnTo>
                    <a:pt x="86" y="124"/>
                  </a:lnTo>
                  <a:lnTo>
                    <a:pt x="98" y="136"/>
                  </a:lnTo>
                  <a:lnTo>
                    <a:pt x="106" y="148"/>
                  </a:lnTo>
                  <a:lnTo>
                    <a:pt x="106" y="148"/>
                  </a:lnTo>
                  <a:close/>
                </a:path>
              </a:pathLst>
            </a:custGeom>
            <a:solidFill>
              <a:srgbClr val="0066CC"/>
            </a:solidFill>
            <a:ln w="9525">
              <a:noFill/>
              <a:round/>
              <a:headEnd/>
              <a:tailEnd/>
            </a:ln>
          </p:spPr>
          <p:txBody>
            <a:bodyPr/>
            <a:lstStyle/>
            <a:p>
              <a:endParaRPr lang="en-US"/>
            </a:p>
          </p:txBody>
        </p:sp>
        <p:sp>
          <p:nvSpPr>
            <p:cNvPr id="4130" name="Freeform 34"/>
            <p:cNvSpPr>
              <a:spLocks/>
            </p:cNvSpPr>
            <p:nvPr/>
          </p:nvSpPr>
          <p:spPr bwMode="auto">
            <a:xfrm>
              <a:off x="5553" y="3902"/>
              <a:ext cx="138" cy="113"/>
            </a:xfrm>
            <a:custGeom>
              <a:avLst/>
              <a:gdLst/>
              <a:ahLst/>
              <a:cxnLst>
                <a:cxn ang="0">
                  <a:pos x="0" y="62"/>
                </a:cxn>
                <a:cxn ang="0">
                  <a:pos x="0" y="148"/>
                </a:cxn>
                <a:cxn ang="0">
                  <a:pos x="0" y="148"/>
                </a:cxn>
                <a:cxn ang="0">
                  <a:pos x="28" y="146"/>
                </a:cxn>
                <a:cxn ang="0">
                  <a:pos x="54" y="138"/>
                </a:cxn>
                <a:cxn ang="0">
                  <a:pos x="80" y="130"/>
                </a:cxn>
                <a:cxn ang="0">
                  <a:pos x="104" y="118"/>
                </a:cxn>
                <a:cxn ang="0">
                  <a:pos x="126" y="102"/>
                </a:cxn>
                <a:cxn ang="0">
                  <a:pos x="148" y="84"/>
                </a:cxn>
                <a:cxn ang="0">
                  <a:pos x="166" y="66"/>
                </a:cxn>
                <a:cxn ang="0">
                  <a:pos x="182" y="44"/>
                </a:cxn>
                <a:cxn ang="0">
                  <a:pos x="106" y="0"/>
                </a:cxn>
                <a:cxn ang="0">
                  <a:pos x="106" y="0"/>
                </a:cxn>
                <a:cxn ang="0">
                  <a:pos x="98" y="14"/>
                </a:cxn>
                <a:cxn ang="0">
                  <a:pos x="86" y="24"/>
                </a:cxn>
                <a:cxn ang="0">
                  <a:pos x="74" y="34"/>
                </a:cxn>
                <a:cxn ang="0">
                  <a:pos x="60" y="44"/>
                </a:cxn>
                <a:cxn ang="0">
                  <a:pos x="46" y="50"/>
                </a:cxn>
                <a:cxn ang="0">
                  <a:pos x="32" y="56"/>
                </a:cxn>
                <a:cxn ang="0">
                  <a:pos x="16" y="60"/>
                </a:cxn>
                <a:cxn ang="0">
                  <a:pos x="0" y="62"/>
                </a:cxn>
                <a:cxn ang="0">
                  <a:pos x="0" y="62"/>
                </a:cxn>
              </a:cxnLst>
              <a:rect l="0" t="0" r="r" b="b"/>
              <a:pathLst>
                <a:path w="182" h="148">
                  <a:moveTo>
                    <a:pt x="0" y="62"/>
                  </a:moveTo>
                  <a:lnTo>
                    <a:pt x="0" y="148"/>
                  </a:lnTo>
                  <a:lnTo>
                    <a:pt x="0" y="148"/>
                  </a:lnTo>
                  <a:lnTo>
                    <a:pt x="28" y="146"/>
                  </a:lnTo>
                  <a:lnTo>
                    <a:pt x="54" y="138"/>
                  </a:lnTo>
                  <a:lnTo>
                    <a:pt x="80" y="130"/>
                  </a:lnTo>
                  <a:lnTo>
                    <a:pt x="104" y="118"/>
                  </a:lnTo>
                  <a:lnTo>
                    <a:pt x="126" y="102"/>
                  </a:lnTo>
                  <a:lnTo>
                    <a:pt x="148" y="84"/>
                  </a:lnTo>
                  <a:lnTo>
                    <a:pt x="166" y="66"/>
                  </a:lnTo>
                  <a:lnTo>
                    <a:pt x="182" y="44"/>
                  </a:lnTo>
                  <a:lnTo>
                    <a:pt x="106" y="0"/>
                  </a:lnTo>
                  <a:lnTo>
                    <a:pt x="106" y="0"/>
                  </a:lnTo>
                  <a:lnTo>
                    <a:pt x="98" y="14"/>
                  </a:lnTo>
                  <a:lnTo>
                    <a:pt x="86" y="24"/>
                  </a:lnTo>
                  <a:lnTo>
                    <a:pt x="74" y="34"/>
                  </a:lnTo>
                  <a:lnTo>
                    <a:pt x="60" y="44"/>
                  </a:lnTo>
                  <a:lnTo>
                    <a:pt x="46" y="50"/>
                  </a:lnTo>
                  <a:lnTo>
                    <a:pt x="32" y="56"/>
                  </a:lnTo>
                  <a:lnTo>
                    <a:pt x="16" y="60"/>
                  </a:lnTo>
                  <a:lnTo>
                    <a:pt x="0" y="62"/>
                  </a:lnTo>
                  <a:lnTo>
                    <a:pt x="0" y="62"/>
                  </a:lnTo>
                  <a:close/>
                </a:path>
              </a:pathLst>
            </a:custGeom>
            <a:solidFill>
              <a:srgbClr val="0066CC"/>
            </a:solidFill>
            <a:ln w="9525">
              <a:noFill/>
              <a:round/>
              <a:headEnd/>
              <a:tailEnd/>
            </a:ln>
          </p:spPr>
          <p:txBody>
            <a:bodyPr/>
            <a:lstStyle/>
            <a:p>
              <a:endParaRPr lang="en-US"/>
            </a:p>
          </p:txBody>
        </p:sp>
      </p:grpSp>
      <p:grpSp>
        <p:nvGrpSpPr>
          <p:cNvPr id="4131" name="Group 35"/>
          <p:cNvGrpSpPr>
            <a:grpSpLocks/>
          </p:cNvGrpSpPr>
          <p:nvPr/>
        </p:nvGrpSpPr>
        <p:grpSpPr bwMode="auto">
          <a:xfrm>
            <a:off x="8113713" y="6221413"/>
            <a:ext cx="554037" cy="552450"/>
            <a:chOff x="5129" y="3937"/>
            <a:chExt cx="349" cy="348"/>
          </a:xfrm>
        </p:grpSpPr>
        <p:sp>
          <p:nvSpPr>
            <p:cNvPr id="4132" name="Freeform 36"/>
            <p:cNvSpPr>
              <a:spLocks/>
            </p:cNvSpPr>
            <p:nvPr/>
          </p:nvSpPr>
          <p:spPr bwMode="auto">
            <a:xfrm>
              <a:off x="5193" y="3937"/>
              <a:ext cx="156" cy="87"/>
            </a:xfrm>
            <a:custGeom>
              <a:avLst/>
              <a:gdLst/>
              <a:ahLst/>
              <a:cxnLst>
                <a:cxn ang="0">
                  <a:pos x="180" y="88"/>
                </a:cxn>
                <a:cxn ang="0">
                  <a:pos x="206" y="8"/>
                </a:cxn>
                <a:cxn ang="0">
                  <a:pos x="206" y="8"/>
                </a:cxn>
                <a:cxn ang="0">
                  <a:pos x="178" y="2"/>
                </a:cxn>
                <a:cxn ang="0">
                  <a:pos x="150" y="0"/>
                </a:cxn>
                <a:cxn ang="0">
                  <a:pos x="124" y="0"/>
                </a:cxn>
                <a:cxn ang="0">
                  <a:pos x="96" y="4"/>
                </a:cxn>
                <a:cxn ang="0">
                  <a:pos x="70" y="12"/>
                </a:cxn>
                <a:cxn ang="0">
                  <a:pos x="46" y="22"/>
                </a:cxn>
                <a:cxn ang="0">
                  <a:pos x="22" y="36"/>
                </a:cxn>
                <a:cxn ang="0">
                  <a:pos x="0" y="50"/>
                </a:cxn>
                <a:cxn ang="0">
                  <a:pos x="58" y="114"/>
                </a:cxn>
                <a:cxn ang="0">
                  <a:pos x="58" y="114"/>
                </a:cxn>
                <a:cxn ang="0">
                  <a:pos x="72" y="106"/>
                </a:cxn>
                <a:cxn ang="0">
                  <a:pos x="86" y="98"/>
                </a:cxn>
                <a:cxn ang="0">
                  <a:pos x="100" y="92"/>
                </a:cxn>
                <a:cxn ang="0">
                  <a:pos x="116" y="88"/>
                </a:cxn>
                <a:cxn ang="0">
                  <a:pos x="130" y="86"/>
                </a:cxn>
                <a:cxn ang="0">
                  <a:pos x="146" y="84"/>
                </a:cxn>
                <a:cxn ang="0">
                  <a:pos x="164" y="86"/>
                </a:cxn>
                <a:cxn ang="0">
                  <a:pos x="180" y="88"/>
                </a:cxn>
                <a:cxn ang="0">
                  <a:pos x="180" y="88"/>
                </a:cxn>
              </a:cxnLst>
              <a:rect l="0" t="0" r="r" b="b"/>
              <a:pathLst>
                <a:path w="206" h="114">
                  <a:moveTo>
                    <a:pt x="180" y="88"/>
                  </a:moveTo>
                  <a:lnTo>
                    <a:pt x="206" y="8"/>
                  </a:lnTo>
                  <a:lnTo>
                    <a:pt x="206" y="8"/>
                  </a:lnTo>
                  <a:lnTo>
                    <a:pt x="178" y="2"/>
                  </a:lnTo>
                  <a:lnTo>
                    <a:pt x="150" y="0"/>
                  </a:lnTo>
                  <a:lnTo>
                    <a:pt x="124" y="0"/>
                  </a:lnTo>
                  <a:lnTo>
                    <a:pt x="96" y="4"/>
                  </a:lnTo>
                  <a:lnTo>
                    <a:pt x="70" y="12"/>
                  </a:lnTo>
                  <a:lnTo>
                    <a:pt x="46" y="22"/>
                  </a:lnTo>
                  <a:lnTo>
                    <a:pt x="22" y="36"/>
                  </a:lnTo>
                  <a:lnTo>
                    <a:pt x="0" y="50"/>
                  </a:lnTo>
                  <a:lnTo>
                    <a:pt x="58" y="114"/>
                  </a:lnTo>
                  <a:lnTo>
                    <a:pt x="58" y="114"/>
                  </a:lnTo>
                  <a:lnTo>
                    <a:pt x="72" y="106"/>
                  </a:lnTo>
                  <a:lnTo>
                    <a:pt x="86" y="98"/>
                  </a:lnTo>
                  <a:lnTo>
                    <a:pt x="100" y="92"/>
                  </a:lnTo>
                  <a:lnTo>
                    <a:pt x="116" y="88"/>
                  </a:lnTo>
                  <a:lnTo>
                    <a:pt x="130" y="86"/>
                  </a:lnTo>
                  <a:lnTo>
                    <a:pt x="146" y="84"/>
                  </a:lnTo>
                  <a:lnTo>
                    <a:pt x="164" y="86"/>
                  </a:lnTo>
                  <a:lnTo>
                    <a:pt x="180" y="88"/>
                  </a:lnTo>
                  <a:lnTo>
                    <a:pt x="180" y="88"/>
                  </a:lnTo>
                  <a:close/>
                </a:path>
              </a:pathLst>
            </a:custGeom>
            <a:solidFill>
              <a:schemeClr val="tx1"/>
            </a:solidFill>
            <a:ln w="9525">
              <a:noFill/>
              <a:round/>
              <a:headEnd/>
              <a:tailEnd/>
            </a:ln>
          </p:spPr>
          <p:txBody>
            <a:bodyPr/>
            <a:lstStyle/>
            <a:p>
              <a:endParaRPr lang="en-US"/>
            </a:p>
          </p:txBody>
        </p:sp>
        <p:sp>
          <p:nvSpPr>
            <p:cNvPr id="4133" name="Freeform 37"/>
            <p:cNvSpPr>
              <a:spLocks/>
            </p:cNvSpPr>
            <p:nvPr/>
          </p:nvSpPr>
          <p:spPr bwMode="auto">
            <a:xfrm>
              <a:off x="5383" y="4083"/>
              <a:ext cx="95" cy="152"/>
            </a:xfrm>
            <a:custGeom>
              <a:avLst/>
              <a:gdLst/>
              <a:ahLst/>
              <a:cxnLst>
                <a:cxn ang="0">
                  <a:pos x="32" y="82"/>
                </a:cxn>
                <a:cxn ang="0">
                  <a:pos x="32" y="82"/>
                </a:cxn>
                <a:cxn ang="0">
                  <a:pos x="26" y="96"/>
                </a:cxn>
                <a:cxn ang="0">
                  <a:pos x="20" y="110"/>
                </a:cxn>
                <a:cxn ang="0">
                  <a:pos x="10" y="124"/>
                </a:cxn>
                <a:cxn ang="0">
                  <a:pos x="0" y="136"/>
                </a:cxn>
                <a:cxn ang="0">
                  <a:pos x="58" y="200"/>
                </a:cxn>
                <a:cxn ang="0">
                  <a:pos x="58" y="200"/>
                </a:cxn>
                <a:cxn ang="0">
                  <a:pos x="76" y="180"/>
                </a:cxn>
                <a:cxn ang="0">
                  <a:pos x="92" y="158"/>
                </a:cxn>
                <a:cxn ang="0">
                  <a:pos x="104" y="134"/>
                </a:cxn>
                <a:cxn ang="0">
                  <a:pos x="114" y="108"/>
                </a:cxn>
                <a:cxn ang="0">
                  <a:pos x="114" y="108"/>
                </a:cxn>
                <a:cxn ang="0">
                  <a:pos x="122" y="80"/>
                </a:cxn>
                <a:cxn ang="0">
                  <a:pos x="126" y="54"/>
                </a:cxn>
                <a:cxn ang="0">
                  <a:pos x="126" y="26"/>
                </a:cxn>
                <a:cxn ang="0">
                  <a:pos x="122" y="0"/>
                </a:cxn>
                <a:cxn ang="0">
                  <a:pos x="38" y="18"/>
                </a:cxn>
                <a:cxn ang="0">
                  <a:pos x="38" y="18"/>
                </a:cxn>
                <a:cxn ang="0">
                  <a:pos x="40" y="34"/>
                </a:cxn>
                <a:cxn ang="0">
                  <a:pos x="40" y="50"/>
                </a:cxn>
                <a:cxn ang="0">
                  <a:pos x="38" y="66"/>
                </a:cxn>
                <a:cxn ang="0">
                  <a:pos x="32" y="82"/>
                </a:cxn>
                <a:cxn ang="0">
                  <a:pos x="32" y="82"/>
                </a:cxn>
              </a:cxnLst>
              <a:rect l="0" t="0" r="r" b="b"/>
              <a:pathLst>
                <a:path w="126" h="200">
                  <a:moveTo>
                    <a:pt x="32" y="82"/>
                  </a:moveTo>
                  <a:lnTo>
                    <a:pt x="32" y="82"/>
                  </a:lnTo>
                  <a:lnTo>
                    <a:pt x="26" y="96"/>
                  </a:lnTo>
                  <a:lnTo>
                    <a:pt x="20" y="110"/>
                  </a:lnTo>
                  <a:lnTo>
                    <a:pt x="10" y="124"/>
                  </a:lnTo>
                  <a:lnTo>
                    <a:pt x="0" y="136"/>
                  </a:lnTo>
                  <a:lnTo>
                    <a:pt x="58" y="200"/>
                  </a:lnTo>
                  <a:lnTo>
                    <a:pt x="58" y="200"/>
                  </a:lnTo>
                  <a:lnTo>
                    <a:pt x="76" y="180"/>
                  </a:lnTo>
                  <a:lnTo>
                    <a:pt x="92" y="158"/>
                  </a:lnTo>
                  <a:lnTo>
                    <a:pt x="104" y="134"/>
                  </a:lnTo>
                  <a:lnTo>
                    <a:pt x="114" y="108"/>
                  </a:lnTo>
                  <a:lnTo>
                    <a:pt x="114" y="108"/>
                  </a:lnTo>
                  <a:lnTo>
                    <a:pt x="122" y="80"/>
                  </a:lnTo>
                  <a:lnTo>
                    <a:pt x="126" y="54"/>
                  </a:lnTo>
                  <a:lnTo>
                    <a:pt x="126" y="26"/>
                  </a:lnTo>
                  <a:lnTo>
                    <a:pt x="122" y="0"/>
                  </a:lnTo>
                  <a:lnTo>
                    <a:pt x="38" y="18"/>
                  </a:lnTo>
                  <a:lnTo>
                    <a:pt x="38" y="18"/>
                  </a:lnTo>
                  <a:lnTo>
                    <a:pt x="40" y="34"/>
                  </a:lnTo>
                  <a:lnTo>
                    <a:pt x="40" y="50"/>
                  </a:lnTo>
                  <a:lnTo>
                    <a:pt x="38" y="66"/>
                  </a:lnTo>
                  <a:lnTo>
                    <a:pt x="32" y="82"/>
                  </a:lnTo>
                  <a:lnTo>
                    <a:pt x="32" y="82"/>
                  </a:lnTo>
                  <a:close/>
                </a:path>
              </a:pathLst>
            </a:custGeom>
            <a:solidFill>
              <a:srgbClr val="0066CC"/>
            </a:solidFill>
            <a:ln w="9525">
              <a:noFill/>
              <a:round/>
              <a:headEnd/>
              <a:tailEnd/>
            </a:ln>
          </p:spPr>
          <p:txBody>
            <a:bodyPr/>
            <a:lstStyle/>
            <a:p>
              <a:endParaRPr lang="en-US"/>
            </a:p>
          </p:txBody>
        </p:sp>
        <p:sp>
          <p:nvSpPr>
            <p:cNvPr id="4134" name="Freeform 38"/>
            <p:cNvSpPr>
              <a:spLocks/>
            </p:cNvSpPr>
            <p:nvPr/>
          </p:nvSpPr>
          <p:spPr bwMode="auto">
            <a:xfrm>
              <a:off x="5129" y="3987"/>
              <a:ext cx="96" cy="152"/>
            </a:xfrm>
            <a:custGeom>
              <a:avLst/>
              <a:gdLst/>
              <a:ahLst/>
              <a:cxnLst>
                <a:cxn ang="0">
                  <a:pos x="92" y="118"/>
                </a:cxn>
                <a:cxn ang="0">
                  <a:pos x="92" y="118"/>
                </a:cxn>
                <a:cxn ang="0">
                  <a:pos x="98" y="104"/>
                </a:cxn>
                <a:cxn ang="0">
                  <a:pos x="106" y="88"/>
                </a:cxn>
                <a:cxn ang="0">
                  <a:pos x="116" y="76"/>
                </a:cxn>
                <a:cxn ang="0">
                  <a:pos x="126" y="64"/>
                </a:cxn>
                <a:cxn ang="0">
                  <a:pos x="68" y="0"/>
                </a:cxn>
                <a:cxn ang="0">
                  <a:pos x="68" y="0"/>
                </a:cxn>
                <a:cxn ang="0">
                  <a:pos x="50" y="20"/>
                </a:cxn>
                <a:cxn ang="0">
                  <a:pos x="34" y="42"/>
                </a:cxn>
                <a:cxn ang="0">
                  <a:pos x="22" y="66"/>
                </a:cxn>
                <a:cxn ang="0">
                  <a:pos x="12" y="92"/>
                </a:cxn>
                <a:cxn ang="0">
                  <a:pos x="12" y="92"/>
                </a:cxn>
                <a:cxn ang="0">
                  <a:pos x="4" y="118"/>
                </a:cxn>
                <a:cxn ang="0">
                  <a:pos x="0" y="146"/>
                </a:cxn>
                <a:cxn ang="0">
                  <a:pos x="0" y="174"/>
                </a:cxn>
                <a:cxn ang="0">
                  <a:pos x="4" y="200"/>
                </a:cxn>
                <a:cxn ang="0">
                  <a:pos x="88" y="182"/>
                </a:cxn>
                <a:cxn ang="0">
                  <a:pos x="88" y="182"/>
                </a:cxn>
                <a:cxn ang="0">
                  <a:pos x="86" y="166"/>
                </a:cxn>
                <a:cxn ang="0">
                  <a:pos x="86" y="150"/>
                </a:cxn>
                <a:cxn ang="0">
                  <a:pos x="88" y="134"/>
                </a:cxn>
                <a:cxn ang="0">
                  <a:pos x="92" y="118"/>
                </a:cxn>
                <a:cxn ang="0">
                  <a:pos x="92" y="118"/>
                </a:cxn>
              </a:cxnLst>
              <a:rect l="0" t="0" r="r" b="b"/>
              <a:pathLst>
                <a:path w="126" h="200">
                  <a:moveTo>
                    <a:pt x="92" y="118"/>
                  </a:moveTo>
                  <a:lnTo>
                    <a:pt x="92" y="118"/>
                  </a:lnTo>
                  <a:lnTo>
                    <a:pt x="98" y="104"/>
                  </a:lnTo>
                  <a:lnTo>
                    <a:pt x="106" y="88"/>
                  </a:lnTo>
                  <a:lnTo>
                    <a:pt x="116" y="76"/>
                  </a:lnTo>
                  <a:lnTo>
                    <a:pt x="126" y="64"/>
                  </a:lnTo>
                  <a:lnTo>
                    <a:pt x="68" y="0"/>
                  </a:lnTo>
                  <a:lnTo>
                    <a:pt x="68" y="0"/>
                  </a:lnTo>
                  <a:lnTo>
                    <a:pt x="50" y="20"/>
                  </a:lnTo>
                  <a:lnTo>
                    <a:pt x="34" y="42"/>
                  </a:lnTo>
                  <a:lnTo>
                    <a:pt x="22" y="66"/>
                  </a:lnTo>
                  <a:lnTo>
                    <a:pt x="12" y="92"/>
                  </a:lnTo>
                  <a:lnTo>
                    <a:pt x="12" y="92"/>
                  </a:lnTo>
                  <a:lnTo>
                    <a:pt x="4" y="118"/>
                  </a:lnTo>
                  <a:lnTo>
                    <a:pt x="0" y="146"/>
                  </a:lnTo>
                  <a:lnTo>
                    <a:pt x="0" y="174"/>
                  </a:lnTo>
                  <a:lnTo>
                    <a:pt x="4" y="200"/>
                  </a:lnTo>
                  <a:lnTo>
                    <a:pt x="88" y="182"/>
                  </a:lnTo>
                  <a:lnTo>
                    <a:pt x="88" y="182"/>
                  </a:lnTo>
                  <a:lnTo>
                    <a:pt x="86" y="166"/>
                  </a:lnTo>
                  <a:lnTo>
                    <a:pt x="86" y="150"/>
                  </a:lnTo>
                  <a:lnTo>
                    <a:pt x="88" y="134"/>
                  </a:lnTo>
                  <a:lnTo>
                    <a:pt x="92" y="118"/>
                  </a:lnTo>
                  <a:lnTo>
                    <a:pt x="92" y="118"/>
                  </a:lnTo>
                  <a:close/>
                </a:path>
              </a:pathLst>
            </a:custGeom>
            <a:solidFill>
              <a:srgbClr val="0066CC"/>
            </a:solidFill>
            <a:ln w="9525">
              <a:noFill/>
              <a:round/>
              <a:headEnd/>
              <a:tailEnd/>
            </a:ln>
          </p:spPr>
          <p:txBody>
            <a:bodyPr/>
            <a:lstStyle/>
            <a:p>
              <a:endParaRPr lang="en-US"/>
            </a:p>
          </p:txBody>
        </p:sp>
        <p:sp>
          <p:nvSpPr>
            <p:cNvPr id="4135" name="Freeform 39"/>
            <p:cNvSpPr>
              <a:spLocks/>
            </p:cNvSpPr>
            <p:nvPr/>
          </p:nvSpPr>
          <p:spPr bwMode="auto">
            <a:xfrm>
              <a:off x="5135" y="4142"/>
              <a:ext cx="126" cy="132"/>
            </a:xfrm>
            <a:custGeom>
              <a:avLst/>
              <a:gdLst/>
              <a:ahLst/>
              <a:cxnLst>
                <a:cxn ang="0">
                  <a:pos x="84" y="0"/>
                </a:cxn>
                <a:cxn ang="0">
                  <a:pos x="0" y="18"/>
                </a:cxn>
                <a:cxn ang="0">
                  <a:pos x="0" y="18"/>
                </a:cxn>
                <a:cxn ang="0">
                  <a:pos x="8" y="44"/>
                </a:cxn>
                <a:cxn ang="0">
                  <a:pos x="20" y="68"/>
                </a:cxn>
                <a:cxn ang="0">
                  <a:pos x="34" y="90"/>
                </a:cxn>
                <a:cxn ang="0">
                  <a:pos x="50" y="112"/>
                </a:cxn>
                <a:cxn ang="0">
                  <a:pos x="70" y="130"/>
                </a:cxn>
                <a:cxn ang="0">
                  <a:pos x="90" y="148"/>
                </a:cxn>
                <a:cxn ang="0">
                  <a:pos x="114" y="162"/>
                </a:cxn>
                <a:cxn ang="0">
                  <a:pos x="140" y="174"/>
                </a:cxn>
                <a:cxn ang="0">
                  <a:pos x="166" y="92"/>
                </a:cxn>
                <a:cxn ang="0">
                  <a:pos x="166" y="92"/>
                </a:cxn>
                <a:cxn ang="0">
                  <a:pos x="152" y="84"/>
                </a:cxn>
                <a:cxn ang="0">
                  <a:pos x="138" y="76"/>
                </a:cxn>
                <a:cxn ang="0">
                  <a:pos x="126" y="66"/>
                </a:cxn>
                <a:cxn ang="0">
                  <a:pos x="114" y="54"/>
                </a:cxn>
                <a:cxn ang="0">
                  <a:pos x="104" y="42"/>
                </a:cxn>
                <a:cxn ang="0">
                  <a:pos x="96" y="28"/>
                </a:cxn>
                <a:cxn ang="0">
                  <a:pos x="90" y="14"/>
                </a:cxn>
                <a:cxn ang="0">
                  <a:pos x="84" y="0"/>
                </a:cxn>
                <a:cxn ang="0">
                  <a:pos x="84" y="0"/>
                </a:cxn>
              </a:cxnLst>
              <a:rect l="0" t="0" r="r" b="b"/>
              <a:pathLst>
                <a:path w="166" h="174">
                  <a:moveTo>
                    <a:pt x="84" y="0"/>
                  </a:moveTo>
                  <a:lnTo>
                    <a:pt x="0" y="18"/>
                  </a:lnTo>
                  <a:lnTo>
                    <a:pt x="0" y="18"/>
                  </a:lnTo>
                  <a:lnTo>
                    <a:pt x="8" y="44"/>
                  </a:lnTo>
                  <a:lnTo>
                    <a:pt x="20" y="68"/>
                  </a:lnTo>
                  <a:lnTo>
                    <a:pt x="34" y="90"/>
                  </a:lnTo>
                  <a:lnTo>
                    <a:pt x="50" y="112"/>
                  </a:lnTo>
                  <a:lnTo>
                    <a:pt x="70" y="130"/>
                  </a:lnTo>
                  <a:lnTo>
                    <a:pt x="90" y="148"/>
                  </a:lnTo>
                  <a:lnTo>
                    <a:pt x="114" y="162"/>
                  </a:lnTo>
                  <a:lnTo>
                    <a:pt x="140" y="174"/>
                  </a:lnTo>
                  <a:lnTo>
                    <a:pt x="166" y="92"/>
                  </a:lnTo>
                  <a:lnTo>
                    <a:pt x="166" y="92"/>
                  </a:lnTo>
                  <a:lnTo>
                    <a:pt x="152" y="84"/>
                  </a:lnTo>
                  <a:lnTo>
                    <a:pt x="138" y="76"/>
                  </a:lnTo>
                  <a:lnTo>
                    <a:pt x="126" y="66"/>
                  </a:lnTo>
                  <a:lnTo>
                    <a:pt x="114" y="54"/>
                  </a:lnTo>
                  <a:lnTo>
                    <a:pt x="104" y="42"/>
                  </a:lnTo>
                  <a:lnTo>
                    <a:pt x="96" y="28"/>
                  </a:lnTo>
                  <a:lnTo>
                    <a:pt x="90" y="14"/>
                  </a:lnTo>
                  <a:lnTo>
                    <a:pt x="84" y="0"/>
                  </a:lnTo>
                  <a:lnTo>
                    <a:pt x="84" y="0"/>
                  </a:lnTo>
                  <a:close/>
                </a:path>
              </a:pathLst>
            </a:custGeom>
            <a:solidFill>
              <a:srgbClr val="0066CC"/>
            </a:solidFill>
            <a:ln w="9525">
              <a:noFill/>
              <a:round/>
              <a:headEnd/>
              <a:tailEnd/>
            </a:ln>
          </p:spPr>
          <p:txBody>
            <a:bodyPr/>
            <a:lstStyle/>
            <a:p>
              <a:endParaRPr lang="en-US"/>
            </a:p>
          </p:txBody>
        </p:sp>
        <p:sp>
          <p:nvSpPr>
            <p:cNvPr id="4136" name="Freeform 40"/>
            <p:cNvSpPr>
              <a:spLocks/>
            </p:cNvSpPr>
            <p:nvPr/>
          </p:nvSpPr>
          <p:spPr bwMode="auto">
            <a:xfrm>
              <a:off x="5345" y="3948"/>
              <a:ext cx="127" cy="132"/>
            </a:xfrm>
            <a:custGeom>
              <a:avLst/>
              <a:gdLst/>
              <a:ahLst/>
              <a:cxnLst>
                <a:cxn ang="0">
                  <a:pos x="84" y="174"/>
                </a:cxn>
                <a:cxn ang="0">
                  <a:pos x="168" y="156"/>
                </a:cxn>
                <a:cxn ang="0">
                  <a:pos x="168" y="156"/>
                </a:cxn>
                <a:cxn ang="0">
                  <a:pos x="160" y="130"/>
                </a:cxn>
                <a:cxn ang="0">
                  <a:pos x="148" y="106"/>
                </a:cxn>
                <a:cxn ang="0">
                  <a:pos x="134" y="84"/>
                </a:cxn>
                <a:cxn ang="0">
                  <a:pos x="118" y="62"/>
                </a:cxn>
                <a:cxn ang="0">
                  <a:pos x="98" y="44"/>
                </a:cxn>
                <a:cxn ang="0">
                  <a:pos x="76" y="26"/>
                </a:cxn>
                <a:cxn ang="0">
                  <a:pos x="54" y="12"/>
                </a:cxn>
                <a:cxn ang="0">
                  <a:pos x="28" y="0"/>
                </a:cxn>
                <a:cxn ang="0">
                  <a:pos x="0" y="82"/>
                </a:cxn>
                <a:cxn ang="0">
                  <a:pos x="0" y="82"/>
                </a:cxn>
                <a:cxn ang="0">
                  <a:pos x="16" y="90"/>
                </a:cxn>
                <a:cxn ang="0">
                  <a:pos x="30" y="98"/>
                </a:cxn>
                <a:cxn ang="0">
                  <a:pos x="42" y="108"/>
                </a:cxn>
                <a:cxn ang="0">
                  <a:pos x="54" y="120"/>
                </a:cxn>
                <a:cxn ang="0">
                  <a:pos x="64" y="132"/>
                </a:cxn>
                <a:cxn ang="0">
                  <a:pos x="72" y="144"/>
                </a:cxn>
                <a:cxn ang="0">
                  <a:pos x="78" y="160"/>
                </a:cxn>
                <a:cxn ang="0">
                  <a:pos x="84" y="174"/>
                </a:cxn>
                <a:cxn ang="0">
                  <a:pos x="84" y="174"/>
                </a:cxn>
              </a:cxnLst>
              <a:rect l="0" t="0" r="r" b="b"/>
              <a:pathLst>
                <a:path w="168" h="174">
                  <a:moveTo>
                    <a:pt x="84" y="174"/>
                  </a:moveTo>
                  <a:lnTo>
                    <a:pt x="168" y="156"/>
                  </a:lnTo>
                  <a:lnTo>
                    <a:pt x="168" y="156"/>
                  </a:lnTo>
                  <a:lnTo>
                    <a:pt x="160" y="130"/>
                  </a:lnTo>
                  <a:lnTo>
                    <a:pt x="148" y="106"/>
                  </a:lnTo>
                  <a:lnTo>
                    <a:pt x="134" y="84"/>
                  </a:lnTo>
                  <a:lnTo>
                    <a:pt x="118" y="62"/>
                  </a:lnTo>
                  <a:lnTo>
                    <a:pt x="98" y="44"/>
                  </a:lnTo>
                  <a:lnTo>
                    <a:pt x="76" y="26"/>
                  </a:lnTo>
                  <a:lnTo>
                    <a:pt x="54" y="12"/>
                  </a:lnTo>
                  <a:lnTo>
                    <a:pt x="28" y="0"/>
                  </a:lnTo>
                  <a:lnTo>
                    <a:pt x="0" y="82"/>
                  </a:lnTo>
                  <a:lnTo>
                    <a:pt x="0" y="82"/>
                  </a:lnTo>
                  <a:lnTo>
                    <a:pt x="16" y="90"/>
                  </a:lnTo>
                  <a:lnTo>
                    <a:pt x="30" y="98"/>
                  </a:lnTo>
                  <a:lnTo>
                    <a:pt x="42" y="108"/>
                  </a:lnTo>
                  <a:lnTo>
                    <a:pt x="54" y="120"/>
                  </a:lnTo>
                  <a:lnTo>
                    <a:pt x="64" y="132"/>
                  </a:lnTo>
                  <a:lnTo>
                    <a:pt x="72" y="144"/>
                  </a:lnTo>
                  <a:lnTo>
                    <a:pt x="78" y="160"/>
                  </a:lnTo>
                  <a:lnTo>
                    <a:pt x="84" y="174"/>
                  </a:lnTo>
                  <a:lnTo>
                    <a:pt x="84" y="174"/>
                  </a:lnTo>
                  <a:close/>
                </a:path>
              </a:pathLst>
            </a:custGeom>
            <a:solidFill>
              <a:schemeClr val="tx1"/>
            </a:solidFill>
            <a:ln w="9525">
              <a:noFill/>
              <a:round/>
              <a:headEnd/>
              <a:tailEnd/>
            </a:ln>
          </p:spPr>
          <p:txBody>
            <a:bodyPr/>
            <a:lstStyle/>
            <a:p>
              <a:endParaRPr lang="en-US"/>
            </a:p>
          </p:txBody>
        </p:sp>
        <p:sp>
          <p:nvSpPr>
            <p:cNvPr id="4137" name="Freeform 41"/>
            <p:cNvSpPr>
              <a:spLocks/>
            </p:cNvSpPr>
            <p:nvPr/>
          </p:nvSpPr>
          <p:spPr bwMode="auto">
            <a:xfrm>
              <a:off x="5258" y="4197"/>
              <a:ext cx="156" cy="88"/>
            </a:xfrm>
            <a:custGeom>
              <a:avLst/>
              <a:gdLst/>
              <a:ahLst/>
              <a:cxnLst>
                <a:cxn ang="0">
                  <a:pos x="26" y="26"/>
                </a:cxn>
                <a:cxn ang="0">
                  <a:pos x="0" y="108"/>
                </a:cxn>
                <a:cxn ang="0">
                  <a:pos x="0" y="108"/>
                </a:cxn>
                <a:cxn ang="0">
                  <a:pos x="28" y="114"/>
                </a:cxn>
                <a:cxn ang="0">
                  <a:pos x="56" y="116"/>
                </a:cxn>
                <a:cxn ang="0">
                  <a:pos x="82" y="116"/>
                </a:cxn>
                <a:cxn ang="0">
                  <a:pos x="110" y="112"/>
                </a:cxn>
                <a:cxn ang="0">
                  <a:pos x="136" y="104"/>
                </a:cxn>
                <a:cxn ang="0">
                  <a:pos x="160" y="94"/>
                </a:cxn>
                <a:cxn ang="0">
                  <a:pos x="184" y="80"/>
                </a:cxn>
                <a:cxn ang="0">
                  <a:pos x="206" y="64"/>
                </a:cxn>
                <a:cxn ang="0">
                  <a:pos x="148" y="0"/>
                </a:cxn>
                <a:cxn ang="0">
                  <a:pos x="148" y="0"/>
                </a:cxn>
                <a:cxn ang="0">
                  <a:pos x="134" y="10"/>
                </a:cxn>
                <a:cxn ang="0">
                  <a:pos x="120" y="18"/>
                </a:cxn>
                <a:cxn ang="0">
                  <a:pos x="106" y="24"/>
                </a:cxn>
                <a:cxn ang="0">
                  <a:pos x="90" y="28"/>
                </a:cxn>
                <a:cxn ang="0">
                  <a:pos x="74" y="30"/>
                </a:cxn>
                <a:cxn ang="0">
                  <a:pos x="58" y="30"/>
                </a:cxn>
                <a:cxn ang="0">
                  <a:pos x="42" y="30"/>
                </a:cxn>
                <a:cxn ang="0">
                  <a:pos x="26" y="26"/>
                </a:cxn>
                <a:cxn ang="0">
                  <a:pos x="26" y="26"/>
                </a:cxn>
              </a:cxnLst>
              <a:rect l="0" t="0" r="r" b="b"/>
              <a:pathLst>
                <a:path w="206" h="116">
                  <a:moveTo>
                    <a:pt x="26" y="26"/>
                  </a:moveTo>
                  <a:lnTo>
                    <a:pt x="0" y="108"/>
                  </a:lnTo>
                  <a:lnTo>
                    <a:pt x="0" y="108"/>
                  </a:lnTo>
                  <a:lnTo>
                    <a:pt x="28" y="114"/>
                  </a:lnTo>
                  <a:lnTo>
                    <a:pt x="56" y="116"/>
                  </a:lnTo>
                  <a:lnTo>
                    <a:pt x="82" y="116"/>
                  </a:lnTo>
                  <a:lnTo>
                    <a:pt x="110" y="112"/>
                  </a:lnTo>
                  <a:lnTo>
                    <a:pt x="136" y="104"/>
                  </a:lnTo>
                  <a:lnTo>
                    <a:pt x="160" y="94"/>
                  </a:lnTo>
                  <a:lnTo>
                    <a:pt x="184" y="80"/>
                  </a:lnTo>
                  <a:lnTo>
                    <a:pt x="206" y="64"/>
                  </a:lnTo>
                  <a:lnTo>
                    <a:pt x="148" y="0"/>
                  </a:lnTo>
                  <a:lnTo>
                    <a:pt x="148" y="0"/>
                  </a:lnTo>
                  <a:lnTo>
                    <a:pt x="134" y="10"/>
                  </a:lnTo>
                  <a:lnTo>
                    <a:pt x="120" y="18"/>
                  </a:lnTo>
                  <a:lnTo>
                    <a:pt x="106" y="24"/>
                  </a:lnTo>
                  <a:lnTo>
                    <a:pt x="90" y="28"/>
                  </a:lnTo>
                  <a:lnTo>
                    <a:pt x="74" y="30"/>
                  </a:lnTo>
                  <a:lnTo>
                    <a:pt x="58" y="30"/>
                  </a:lnTo>
                  <a:lnTo>
                    <a:pt x="42" y="30"/>
                  </a:lnTo>
                  <a:lnTo>
                    <a:pt x="26" y="26"/>
                  </a:lnTo>
                  <a:lnTo>
                    <a:pt x="26" y="26"/>
                  </a:lnTo>
                  <a:close/>
                </a:path>
              </a:pathLst>
            </a:custGeom>
            <a:solidFill>
              <a:srgbClr val="0066CC"/>
            </a:solidFill>
            <a:ln w="9525">
              <a:noFill/>
              <a:round/>
              <a:headEnd/>
              <a:tailEnd/>
            </a:ln>
          </p:spPr>
          <p:txBody>
            <a:bodyPr/>
            <a:lstStyle/>
            <a:p>
              <a:endParaRPr lang="en-US"/>
            </a:p>
          </p:txBody>
        </p:sp>
      </p:grpSp>
      <p:grpSp>
        <p:nvGrpSpPr>
          <p:cNvPr id="4138" name="Group 42"/>
          <p:cNvGrpSpPr>
            <a:grpSpLocks/>
          </p:cNvGrpSpPr>
          <p:nvPr/>
        </p:nvGrpSpPr>
        <p:grpSpPr bwMode="auto">
          <a:xfrm>
            <a:off x="8089900" y="5821363"/>
            <a:ext cx="390525" cy="390525"/>
            <a:chOff x="5114" y="3685"/>
            <a:chExt cx="246" cy="246"/>
          </a:xfrm>
        </p:grpSpPr>
        <p:sp>
          <p:nvSpPr>
            <p:cNvPr id="4139" name="Freeform 43"/>
            <p:cNvSpPr>
              <a:spLocks/>
            </p:cNvSpPr>
            <p:nvPr/>
          </p:nvSpPr>
          <p:spPr bwMode="auto">
            <a:xfrm>
              <a:off x="5135" y="3845"/>
              <a:ext cx="94" cy="86"/>
            </a:xfrm>
            <a:custGeom>
              <a:avLst/>
              <a:gdLst/>
              <a:ahLst/>
              <a:cxnLst>
                <a:cxn ang="0">
                  <a:pos x="70" y="0"/>
                </a:cxn>
                <a:cxn ang="0">
                  <a:pos x="0" y="42"/>
                </a:cxn>
                <a:cxn ang="0">
                  <a:pos x="0" y="42"/>
                </a:cxn>
                <a:cxn ang="0">
                  <a:pos x="10" y="56"/>
                </a:cxn>
                <a:cxn ang="0">
                  <a:pos x="22" y="70"/>
                </a:cxn>
                <a:cxn ang="0">
                  <a:pos x="36" y="82"/>
                </a:cxn>
                <a:cxn ang="0">
                  <a:pos x="52" y="92"/>
                </a:cxn>
                <a:cxn ang="0">
                  <a:pos x="68" y="100"/>
                </a:cxn>
                <a:cxn ang="0">
                  <a:pos x="86" y="108"/>
                </a:cxn>
                <a:cxn ang="0">
                  <a:pos x="104" y="112"/>
                </a:cxn>
                <a:cxn ang="0">
                  <a:pos x="124" y="114"/>
                </a:cxn>
                <a:cxn ang="0">
                  <a:pos x="124" y="32"/>
                </a:cxn>
                <a:cxn ang="0">
                  <a:pos x="124" y="32"/>
                </a:cxn>
                <a:cxn ang="0">
                  <a:pos x="108" y="28"/>
                </a:cxn>
                <a:cxn ang="0">
                  <a:pos x="94" y="22"/>
                </a:cxn>
                <a:cxn ang="0">
                  <a:pos x="82" y="12"/>
                </a:cxn>
                <a:cxn ang="0">
                  <a:pos x="70" y="0"/>
                </a:cxn>
                <a:cxn ang="0">
                  <a:pos x="70" y="0"/>
                </a:cxn>
              </a:cxnLst>
              <a:rect l="0" t="0" r="r" b="b"/>
              <a:pathLst>
                <a:path w="124" h="114">
                  <a:moveTo>
                    <a:pt x="70" y="0"/>
                  </a:moveTo>
                  <a:lnTo>
                    <a:pt x="0" y="42"/>
                  </a:lnTo>
                  <a:lnTo>
                    <a:pt x="0" y="42"/>
                  </a:lnTo>
                  <a:lnTo>
                    <a:pt x="10" y="56"/>
                  </a:lnTo>
                  <a:lnTo>
                    <a:pt x="22" y="70"/>
                  </a:lnTo>
                  <a:lnTo>
                    <a:pt x="36" y="82"/>
                  </a:lnTo>
                  <a:lnTo>
                    <a:pt x="52" y="92"/>
                  </a:lnTo>
                  <a:lnTo>
                    <a:pt x="68" y="100"/>
                  </a:lnTo>
                  <a:lnTo>
                    <a:pt x="86" y="108"/>
                  </a:lnTo>
                  <a:lnTo>
                    <a:pt x="104" y="112"/>
                  </a:lnTo>
                  <a:lnTo>
                    <a:pt x="124" y="114"/>
                  </a:lnTo>
                  <a:lnTo>
                    <a:pt x="124" y="32"/>
                  </a:lnTo>
                  <a:lnTo>
                    <a:pt x="124" y="32"/>
                  </a:lnTo>
                  <a:lnTo>
                    <a:pt x="108" y="28"/>
                  </a:lnTo>
                  <a:lnTo>
                    <a:pt x="94" y="22"/>
                  </a:lnTo>
                  <a:lnTo>
                    <a:pt x="82" y="12"/>
                  </a:lnTo>
                  <a:lnTo>
                    <a:pt x="70" y="0"/>
                  </a:lnTo>
                  <a:lnTo>
                    <a:pt x="70" y="0"/>
                  </a:lnTo>
                  <a:close/>
                </a:path>
              </a:pathLst>
            </a:custGeom>
            <a:solidFill>
              <a:srgbClr val="0066CC"/>
            </a:solidFill>
            <a:ln w="9525">
              <a:noFill/>
              <a:round/>
              <a:headEnd/>
              <a:tailEnd/>
            </a:ln>
          </p:spPr>
          <p:txBody>
            <a:bodyPr/>
            <a:lstStyle/>
            <a:p>
              <a:endParaRPr lang="en-US"/>
            </a:p>
          </p:txBody>
        </p:sp>
        <p:sp>
          <p:nvSpPr>
            <p:cNvPr id="4140" name="Freeform 44"/>
            <p:cNvSpPr>
              <a:spLocks/>
            </p:cNvSpPr>
            <p:nvPr/>
          </p:nvSpPr>
          <p:spPr bwMode="auto">
            <a:xfrm>
              <a:off x="5135" y="3685"/>
              <a:ext cx="94" cy="87"/>
            </a:xfrm>
            <a:custGeom>
              <a:avLst/>
              <a:gdLst/>
              <a:ahLst/>
              <a:cxnLst>
                <a:cxn ang="0">
                  <a:pos x="124" y="82"/>
                </a:cxn>
                <a:cxn ang="0">
                  <a:pos x="124" y="0"/>
                </a:cxn>
                <a:cxn ang="0">
                  <a:pos x="124" y="0"/>
                </a:cxn>
                <a:cxn ang="0">
                  <a:pos x="104" y="2"/>
                </a:cxn>
                <a:cxn ang="0">
                  <a:pos x="86" y="8"/>
                </a:cxn>
                <a:cxn ang="0">
                  <a:pos x="68" y="14"/>
                </a:cxn>
                <a:cxn ang="0">
                  <a:pos x="52" y="22"/>
                </a:cxn>
                <a:cxn ang="0">
                  <a:pos x="36" y="32"/>
                </a:cxn>
                <a:cxn ang="0">
                  <a:pos x="22" y="44"/>
                </a:cxn>
                <a:cxn ang="0">
                  <a:pos x="10" y="58"/>
                </a:cxn>
                <a:cxn ang="0">
                  <a:pos x="0" y="72"/>
                </a:cxn>
                <a:cxn ang="0">
                  <a:pos x="70" y="114"/>
                </a:cxn>
                <a:cxn ang="0">
                  <a:pos x="70" y="114"/>
                </a:cxn>
                <a:cxn ang="0">
                  <a:pos x="82" y="102"/>
                </a:cxn>
                <a:cxn ang="0">
                  <a:pos x="94" y="92"/>
                </a:cxn>
                <a:cxn ang="0">
                  <a:pos x="108" y="86"/>
                </a:cxn>
                <a:cxn ang="0">
                  <a:pos x="124" y="82"/>
                </a:cxn>
                <a:cxn ang="0">
                  <a:pos x="124" y="82"/>
                </a:cxn>
              </a:cxnLst>
              <a:rect l="0" t="0" r="r" b="b"/>
              <a:pathLst>
                <a:path w="124" h="114">
                  <a:moveTo>
                    <a:pt x="124" y="82"/>
                  </a:moveTo>
                  <a:lnTo>
                    <a:pt x="124" y="0"/>
                  </a:lnTo>
                  <a:lnTo>
                    <a:pt x="124" y="0"/>
                  </a:lnTo>
                  <a:lnTo>
                    <a:pt x="104" y="2"/>
                  </a:lnTo>
                  <a:lnTo>
                    <a:pt x="86" y="8"/>
                  </a:lnTo>
                  <a:lnTo>
                    <a:pt x="68" y="14"/>
                  </a:lnTo>
                  <a:lnTo>
                    <a:pt x="52" y="22"/>
                  </a:lnTo>
                  <a:lnTo>
                    <a:pt x="36" y="32"/>
                  </a:lnTo>
                  <a:lnTo>
                    <a:pt x="22" y="44"/>
                  </a:lnTo>
                  <a:lnTo>
                    <a:pt x="10" y="58"/>
                  </a:lnTo>
                  <a:lnTo>
                    <a:pt x="0" y="72"/>
                  </a:lnTo>
                  <a:lnTo>
                    <a:pt x="70" y="114"/>
                  </a:lnTo>
                  <a:lnTo>
                    <a:pt x="70" y="114"/>
                  </a:lnTo>
                  <a:lnTo>
                    <a:pt x="82" y="102"/>
                  </a:lnTo>
                  <a:lnTo>
                    <a:pt x="94" y="92"/>
                  </a:lnTo>
                  <a:lnTo>
                    <a:pt x="108" y="86"/>
                  </a:lnTo>
                  <a:lnTo>
                    <a:pt x="124" y="82"/>
                  </a:lnTo>
                  <a:lnTo>
                    <a:pt x="124" y="82"/>
                  </a:lnTo>
                  <a:close/>
                </a:path>
              </a:pathLst>
            </a:custGeom>
            <a:solidFill>
              <a:srgbClr val="0066CC"/>
            </a:solidFill>
            <a:ln w="9525">
              <a:noFill/>
              <a:round/>
              <a:headEnd/>
              <a:tailEnd/>
            </a:ln>
          </p:spPr>
          <p:txBody>
            <a:bodyPr/>
            <a:lstStyle/>
            <a:p>
              <a:endParaRPr lang="en-US"/>
            </a:p>
          </p:txBody>
        </p:sp>
        <p:sp>
          <p:nvSpPr>
            <p:cNvPr id="4141" name="Freeform 45"/>
            <p:cNvSpPr>
              <a:spLocks/>
            </p:cNvSpPr>
            <p:nvPr/>
          </p:nvSpPr>
          <p:spPr bwMode="auto">
            <a:xfrm>
              <a:off x="5114" y="3754"/>
              <a:ext cx="67" cy="109"/>
            </a:xfrm>
            <a:custGeom>
              <a:avLst/>
              <a:gdLst/>
              <a:ahLst/>
              <a:cxnLst>
                <a:cxn ang="0">
                  <a:pos x="82" y="72"/>
                </a:cxn>
                <a:cxn ang="0">
                  <a:pos x="82" y="72"/>
                </a:cxn>
                <a:cxn ang="0">
                  <a:pos x="84" y="56"/>
                </a:cxn>
                <a:cxn ang="0">
                  <a:pos x="88" y="42"/>
                </a:cxn>
                <a:cxn ang="0">
                  <a:pos x="18" y="0"/>
                </a:cxn>
                <a:cxn ang="0">
                  <a:pos x="18" y="0"/>
                </a:cxn>
                <a:cxn ang="0">
                  <a:pos x="10" y="16"/>
                </a:cxn>
                <a:cxn ang="0">
                  <a:pos x="4" y="34"/>
                </a:cxn>
                <a:cxn ang="0">
                  <a:pos x="2" y="54"/>
                </a:cxn>
                <a:cxn ang="0">
                  <a:pos x="0" y="72"/>
                </a:cxn>
                <a:cxn ang="0">
                  <a:pos x="0" y="72"/>
                </a:cxn>
                <a:cxn ang="0">
                  <a:pos x="2" y="92"/>
                </a:cxn>
                <a:cxn ang="0">
                  <a:pos x="4" y="110"/>
                </a:cxn>
                <a:cxn ang="0">
                  <a:pos x="10" y="128"/>
                </a:cxn>
                <a:cxn ang="0">
                  <a:pos x="18" y="144"/>
                </a:cxn>
                <a:cxn ang="0">
                  <a:pos x="88" y="104"/>
                </a:cxn>
                <a:cxn ang="0">
                  <a:pos x="88" y="104"/>
                </a:cxn>
                <a:cxn ang="0">
                  <a:pos x="84" y="88"/>
                </a:cxn>
                <a:cxn ang="0">
                  <a:pos x="82" y="72"/>
                </a:cxn>
                <a:cxn ang="0">
                  <a:pos x="82" y="72"/>
                </a:cxn>
              </a:cxnLst>
              <a:rect l="0" t="0" r="r" b="b"/>
              <a:pathLst>
                <a:path w="88" h="144">
                  <a:moveTo>
                    <a:pt x="82" y="72"/>
                  </a:moveTo>
                  <a:lnTo>
                    <a:pt x="82" y="72"/>
                  </a:lnTo>
                  <a:lnTo>
                    <a:pt x="84" y="56"/>
                  </a:lnTo>
                  <a:lnTo>
                    <a:pt x="88" y="42"/>
                  </a:lnTo>
                  <a:lnTo>
                    <a:pt x="18" y="0"/>
                  </a:lnTo>
                  <a:lnTo>
                    <a:pt x="18" y="0"/>
                  </a:lnTo>
                  <a:lnTo>
                    <a:pt x="10" y="16"/>
                  </a:lnTo>
                  <a:lnTo>
                    <a:pt x="4" y="34"/>
                  </a:lnTo>
                  <a:lnTo>
                    <a:pt x="2" y="54"/>
                  </a:lnTo>
                  <a:lnTo>
                    <a:pt x="0" y="72"/>
                  </a:lnTo>
                  <a:lnTo>
                    <a:pt x="0" y="72"/>
                  </a:lnTo>
                  <a:lnTo>
                    <a:pt x="2" y="92"/>
                  </a:lnTo>
                  <a:lnTo>
                    <a:pt x="4" y="110"/>
                  </a:lnTo>
                  <a:lnTo>
                    <a:pt x="10" y="128"/>
                  </a:lnTo>
                  <a:lnTo>
                    <a:pt x="18" y="144"/>
                  </a:lnTo>
                  <a:lnTo>
                    <a:pt x="88" y="104"/>
                  </a:lnTo>
                  <a:lnTo>
                    <a:pt x="88" y="104"/>
                  </a:lnTo>
                  <a:lnTo>
                    <a:pt x="84" y="88"/>
                  </a:lnTo>
                  <a:lnTo>
                    <a:pt x="82" y="72"/>
                  </a:lnTo>
                  <a:lnTo>
                    <a:pt x="82" y="72"/>
                  </a:lnTo>
                  <a:close/>
                </a:path>
              </a:pathLst>
            </a:custGeom>
            <a:solidFill>
              <a:srgbClr val="0066CC"/>
            </a:solidFill>
            <a:ln w="9525">
              <a:noFill/>
              <a:round/>
              <a:headEnd/>
              <a:tailEnd/>
            </a:ln>
          </p:spPr>
          <p:txBody>
            <a:bodyPr/>
            <a:lstStyle/>
            <a:p>
              <a:endParaRPr lang="en-US"/>
            </a:p>
          </p:txBody>
        </p:sp>
        <p:sp>
          <p:nvSpPr>
            <p:cNvPr id="4142" name="Freeform 46"/>
            <p:cNvSpPr>
              <a:spLocks/>
            </p:cNvSpPr>
            <p:nvPr/>
          </p:nvSpPr>
          <p:spPr bwMode="auto">
            <a:xfrm>
              <a:off x="5293" y="3754"/>
              <a:ext cx="67" cy="109"/>
            </a:xfrm>
            <a:custGeom>
              <a:avLst/>
              <a:gdLst/>
              <a:ahLst/>
              <a:cxnLst>
                <a:cxn ang="0">
                  <a:pos x="6" y="72"/>
                </a:cxn>
                <a:cxn ang="0">
                  <a:pos x="6" y="72"/>
                </a:cxn>
                <a:cxn ang="0">
                  <a:pos x="6" y="88"/>
                </a:cxn>
                <a:cxn ang="0">
                  <a:pos x="0" y="104"/>
                </a:cxn>
                <a:cxn ang="0">
                  <a:pos x="72" y="144"/>
                </a:cxn>
                <a:cxn ang="0">
                  <a:pos x="72" y="144"/>
                </a:cxn>
                <a:cxn ang="0">
                  <a:pos x="78" y="128"/>
                </a:cxn>
                <a:cxn ang="0">
                  <a:pos x="84" y="110"/>
                </a:cxn>
                <a:cxn ang="0">
                  <a:pos x="88" y="92"/>
                </a:cxn>
                <a:cxn ang="0">
                  <a:pos x="88" y="72"/>
                </a:cxn>
                <a:cxn ang="0">
                  <a:pos x="88" y="72"/>
                </a:cxn>
                <a:cxn ang="0">
                  <a:pos x="88" y="54"/>
                </a:cxn>
                <a:cxn ang="0">
                  <a:pos x="84" y="34"/>
                </a:cxn>
                <a:cxn ang="0">
                  <a:pos x="78" y="16"/>
                </a:cxn>
                <a:cxn ang="0">
                  <a:pos x="72" y="0"/>
                </a:cxn>
                <a:cxn ang="0">
                  <a:pos x="0" y="42"/>
                </a:cxn>
                <a:cxn ang="0">
                  <a:pos x="0" y="42"/>
                </a:cxn>
                <a:cxn ang="0">
                  <a:pos x="6" y="56"/>
                </a:cxn>
                <a:cxn ang="0">
                  <a:pos x="6" y="72"/>
                </a:cxn>
                <a:cxn ang="0">
                  <a:pos x="6" y="72"/>
                </a:cxn>
              </a:cxnLst>
              <a:rect l="0" t="0" r="r" b="b"/>
              <a:pathLst>
                <a:path w="88" h="144">
                  <a:moveTo>
                    <a:pt x="6" y="72"/>
                  </a:moveTo>
                  <a:lnTo>
                    <a:pt x="6" y="72"/>
                  </a:lnTo>
                  <a:lnTo>
                    <a:pt x="6" y="88"/>
                  </a:lnTo>
                  <a:lnTo>
                    <a:pt x="0" y="104"/>
                  </a:lnTo>
                  <a:lnTo>
                    <a:pt x="72" y="144"/>
                  </a:lnTo>
                  <a:lnTo>
                    <a:pt x="72" y="144"/>
                  </a:lnTo>
                  <a:lnTo>
                    <a:pt x="78" y="128"/>
                  </a:lnTo>
                  <a:lnTo>
                    <a:pt x="84" y="110"/>
                  </a:lnTo>
                  <a:lnTo>
                    <a:pt x="88" y="92"/>
                  </a:lnTo>
                  <a:lnTo>
                    <a:pt x="88" y="72"/>
                  </a:lnTo>
                  <a:lnTo>
                    <a:pt x="88" y="72"/>
                  </a:lnTo>
                  <a:lnTo>
                    <a:pt x="88" y="54"/>
                  </a:lnTo>
                  <a:lnTo>
                    <a:pt x="84" y="34"/>
                  </a:lnTo>
                  <a:lnTo>
                    <a:pt x="78" y="16"/>
                  </a:lnTo>
                  <a:lnTo>
                    <a:pt x="72" y="0"/>
                  </a:lnTo>
                  <a:lnTo>
                    <a:pt x="0" y="42"/>
                  </a:lnTo>
                  <a:lnTo>
                    <a:pt x="0" y="42"/>
                  </a:lnTo>
                  <a:lnTo>
                    <a:pt x="6" y="56"/>
                  </a:lnTo>
                  <a:lnTo>
                    <a:pt x="6" y="72"/>
                  </a:lnTo>
                  <a:lnTo>
                    <a:pt x="6" y="72"/>
                  </a:lnTo>
                  <a:close/>
                </a:path>
              </a:pathLst>
            </a:custGeom>
            <a:solidFill>
              <a:schemeClr val="tx2"/>
            </a:solidFill>
            <a:ln w="9525">
              <a:noFill/>
              <a:round/>
              <a:headEnd/>
              <a:tailEnd/>
            </a:ln>
          </p:spPr>
          <p:txBody>
            <a:bodyPr/>
            <a:lstStyle/>
            <a:p>
              <a:endParaRPr lang="en-US"/>
            </a:p>
          </p:txBody>
        </p:sp>
        <p:sp>
          <p:nvSpPr>
            <p:cNvPr id="4143" name="Freeform 47"/>
            <p:cNvSpPr>
              <a:spLocks/>
            </p:cNvSpPr>
            <p:nvPr/>
          </p:nvSpPr>
          <p:spPr bwMode="auto">
            <a:xfrm>
              <a:off x="5245" y="3845"/>
              <a:ext cx="95" cy="86"/>
            </a:xfrm>
            <a:custGeom>
              <a:avLst/>
              <a:gdLst/>
              <a:ahLst/>
              <a:cxnLst>
                <a:cxn ang="0">
                  <a:pos x="0" y="32"/>
                </a:cxn>
                <a:cxn ang="0">
                  <a:pos x="0" y="114"/>
                </a:cxn>
                <a:cxn ang="0">
                  <a:pos x="0" y="114"/>
                </a:cxn>
                <a:cxn ang="0">
                  <a:pos x="20" y="112"/>
                </a:cxn>
                <a:cxn ang="0">
                  <a:pos x="38" y="108"/>
                </a:cxn>
                <a:cxn ang="0">
                  <a:pos x="56" y="100"/>
                </a:cxn>
                <a:cxn ang="0">
                  <a:pos x="72" y="92"/>
                </a:cxn>
                <a:cxn ang="0">
                  <a:pos x="88" y="82"/>
                </a:cxn>
                <a:cxn ang="0">
                  <a:pos x="102" y="70"/>
                </a:cxn>
                <a:cxn ang="0">
                  <a:pos x="114" y="56"/>
                </a:cxn>
                <a:cxn ang="0">
                  <a:pos x="126" y="42"/>
                </a:cxn>
                <a:cxn ang="0">
                  <a:pos x="54" y="0"/>
                </a:cxn>
                <a:cxn ang="0">
                  <a:pos x="54" y="0"/>
                </a:cxn>
                <a:cxn ang="0">
                  <a:pos x="44" y="12"/>
                </a:cxn>
                <a:cxn ang="0">
                  <a:pos x="30" y="22"/>
                </a:cxn>
                <a:cxn ang="0">
                  <a:pos x="16" y="28"/>
                </a:cxn>
                <a:cxn ang="0">
                  <a:pos x="0" y="32"/>
                </a:cxn>
                <a:cxn ang="0">
                  <a:pos x="0" y="32"/>
                </a:cxn>
              </a:cxnLst>
              <a:rect l="0" t="0" r="r" b="b"/>
              <a:pathLst>
                <a:path w="126" h="114">
                  <a:moveTo>
                    <a:pt x="0" y="32"/>
                  </a:moveTo>
                  <a:lnTo>
                    <a:pt x="0" y="114"/>
                  </a:lnTo>
                  <a:lnTo>
                    <a:pt x="0" y="114"/>
                  </a:lnTo>
                  <a:lnTo>
                    <a:pt x="20" y="112"/>
                  </a:lnTo>
                  <a:lnTo>
                    <a:pt x="38" y="108"/>
                  </a:lnTo>
                  <a:lnTo>
                    <a:pt x="56" y="100"/>
                  </a:lnTo>
                  <a:lnTo>
                    <a:pt x="72" y="92"/>
                  </a:lnTo>
                  <a:lnTo>
                    <a:pt x="88" y="82"/>
                  </a:lnTo>
                  <a:lnTo>
                    <a:pt x="102" y="70"/>
                  </a:lnTo>
                  <a:lnTo>
                    <a:pt x="114" y="56"/>
                  </a:lnTo>
                  <a:lnTo>
                    <a:pt x="126" y="42"/>
                  </a:lnTo>
                  <a:lnTo>
                    <a:pt x="54" y="0"/>
                  </a:lnTo>
                  <a:lnTo>
                    <a:pt x="54" y="0"/>
                  </a:lnTo>
                  <a:lnTo>
                    <a:pt x="44" y="12"/>
                  </a:lnTo>
                  <a:lnTo>
                    <a:pt x="30" y="22"/>
                  </a:lnTo>
                  <a:lnTo>
                    <a:pt x="16" y="28"/>
                  </a:lnTo>
                  <a:lnTo>
                    <a:pt x="0" y="32"/>
                  </a:lnTo>
                  <a:lnTo>
                    <a:pt x="0" y="32"/>
                  </a:lnTo>
                  <a:close/>
                </a:path>
              </a:pathLst>
            </a:custGeom>
            <a:solidFill>
              <a:schemeClr val="tx2"/>
            </a:solidFill>
            <a:ln w="9525">
              <a:noFill/>
              <a:round/>
              <a:headEnd/>
              <a:tailEnd/>
            </a:ln>
          </p:spPr>
          <p:txBody>
            <a:bodyPr/>
            <a:lstStyle/>
            <a:p>
              <a:endParaRPr lang="en-US"/>
            </a:p>
          </p:txBody>
        </p:sp>
        <p:sp>
          <p:nvSpPr>
            <p:cNvPr id="4144" name="Freeform 48"/>
            <p:cNvSpPr>
              <a:spLocks/>
            </p:cNvSpPr>
            <p:nvPr/>
          </p:nvSpPr>
          <p:spPr bwMode="auto">
            <a:xfrm>
              <a:off x="5245" y="3685"/>
              <a:ext cx="95" cy="87"/>
            </a:xfrm>
            <a:custGeom>
              <a:avLst/>
              <a:gdLst/>
              <a:ahLst/>
              <a:cxnLst>
                <a:cxn ang="0">
                  <a:pos x="54" y="114"/>
                </a:cxn>
                <a:cxn ang="0">
                  <a:pos x="126" y="72"/>
                </a:cxn>
                <a:cxn ang="0">
                  <a:pos x="126" y="72"/>
                </a:cxn>
                <a:cxn ang="0">
                  <a:pos x="114" y="58"/>
                </a:cxn>
                <a:cxn ang="0">
                  <a:pos x="102" y="44"/>
                </a:cxn>
                <a:cxn ang="0">
                  <a:pos x="88" y="32"/>
                </a:cxn>
                <a:cxn ang="0">
                  <a:pos x="72" y="22"/>
                </a:cxn>
                <a:cxn ang="0">
                  <a:pos x="56" y="14"/>
                </a:cxn>
                <a:cxn ang="0">
                  <a:pos x="38" y="8"/>
                </a:cxn>
                <a:cxn ang="0">
                  <a:pos x="20" y="2"/>
                </a:cxn>
                <a:cxn ang="0">
                  <a:pos x="0" y="0"/>
                </a:cxn>
                <a:cxn ang="0">
                  <a:pos x="0" y="82"/>
                </a:cxn>
                <a:cxn ang="0">
                  <a:pos x="0" y="82"/>
                </a:cxn>
                <a:cxn ang="0">
                  <a:pos x="16" y="86"/>
                </a:cxn>
                <a:cxn ang="0">
                  <a:pos x="30" y="92"/>
                </a:cxn>
                <a:cxn ang="0">
                  <a:pos x="44" y="102"/>
                </a:cxn>
                <a:cxn ang="0">
                  <a:pos x="54" y="114"/>
                </a:cxn>
                <a:cxn ang="0">
                  <a:pos x="54" y="114"/>
                </a:cxn>
              </a:cxnLst>
              <a:rect l="0" t="0" r="r" b="b"/>
              <a:pathLst>
                <a:path w="126" h="114">
                  <a:moveTo>
                    <a:pt x="54" y="114"/>
                  </a:moveTo>
                  <a:lnTo>
                    <a:pt x="126" y="72"/>
                  </a:lnTo>
                  <a:lnTo>
                    <a:pt x="126" y="72"/>
                  </a:lnTo>
                  <a:lnTo>
                    <a:pt x="114" y="58"/>
                  </a:lnTo>
                  <a:lnTo>
                    <a:pt x="102" y="44"/>
                  </a:lnTo>
                  <a:lnTo>
                    <a:pt x="88" y="32"/>
                  </a:lnTo>
                  <a:lnTo>
                    <a:pt x="72" y="22"/>
                  </a:lnTo>
                  <a:lnTo>
                    <a:pt x="56" y="14"/>
                  </a:lnTo>
                  <a:lnTo>
                    <a:pt x="38" y="8"/>
                  </a:lnTo>
                  <a:lnTo>
                    <a:pt x="20" y="2"/>
                  </a:lnTo>
                  <a:lnTo>
                    <a:pt x="0" y="0"/>
                  </a:lnTo>
                  <a:lnTo>
                    <a:pt x="0" y="82"/>
                  </a:lnTo>
                  <a:lnTo>
                    <a:pt x="0" y="82"/>
                  </a:lnTo>
                  <a:lnTo>
                    <a:pt x="16" y="86"/>
                  </a:lnTo>
                  <a:lnTo>
                    <a:pt x="30" y="92"/>
                  </a:lnTo>
                  <a:lnTo>
                    <a:pt x="44" y="102"/>
                  </a:lnTo>
                  <a:lnTo>
                    <a:pt x="54" y="114"/>
                  </a:lnTo>
                  <a:lnTo>
                    <a:pt x="54" y="114"/>
                  </a:lnTo>
                  <a:close/>
                </a:path>
              </a:pathLst>
            </a:custGeom>
            <a:solidFill>
              <a:srgbClr val="0066CC"/>
            </a:solidFill>
            <a:ln w="9525">
              <a:noFill/>
              <a:round/>
              <a:headEnd/>
              <a:tailEnd/>
            </a:ln>
          </p:spPr>
          <p:txBody>
            <a:bodyPr/>
            <a:lstStyle/>
            <a:p>
              <a:endParaRPr lang="en-US"/>
            </a:p>
          </p:txBody>
        </p:sp>
      </p:gr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algn="ctr" eaLnBrk="1" fontAlgn="auto" hangingPunct="1">
              <a:spcAft>
                <a:spcPts val="0"/>
              </a:spcAft>
              <a:defRPr/>
            </a:pPr>
            <a:r>
              <a:rPr lang="en-US" sz="4000" b="1" dirty="0">
                <a:solidFill>
                  <a:srgbClr val="024069"/>
                </a:solidFill>
                <a:cs typeface="Times New Roman" pitchFamily="18" charset="0"/>
              </a:rPr>
              <a:t>The General Form of a Class</a:t>
            </a:r>
          </a:p>
        </p:txBody>
      </p:sp>
      <p:sp>
        <p:nvSpPr>
          <p:cNvPr id="16387" name="Rectangle 3"/>
          <p:cNvSpPr>
            <a:spLocks noGrp="1" noChangeArrowheads="1"/>
          </p:cNvSpPr>
          <p:nvPr>
            <p:ph sz="quarter" idx="1"/>
          </p:nvPr>
        </p:nvSpPr>
        <p:spPr>
          <a:xfrm>
            <a:off x="533400" y="990600"/>
            <a:ext cx="8305800" cy="5638800"/>
          </a:xfrm>
        </p:spPr>
        <p:txBody>
          <a:bodyPr>
            <a:normAutofit/>
          </a:bodyPr>
          <a:lstStyle/>
          <a:p>
            <a:pPr marL="274320" indent="-274320" eaLnBrk="1" fontAlgn="auto" hangingPunct="1">
              <a:lnSpc>
                <a:spcPct val="90000"/>
              </a:lnSpc>
              <a:spcAft>
                <a:spcPts val="0"/>
              </a:spcAft>
              <a:buFont typeface="Wingdings" pitchFamily="2" charset="2"/>
              <a:buChar char="ü"/>
              <a:defRPr/>
            </a:pPr>
            <a:r>
              <a:rPr lang="en-US" sz="1800" dirty="0"/>
              <a:t>A class is defined by specifying the data and the code that operate on the data.</a:t>
            </a:r>
          </a:p>
          <a:p>
            <a:pPr marL="274320" indent="-274320" eaLnBrk="1" fontAlgn="auto" hangingPunct="1">
              <a:lnSpc>
                <a:spcPct val="90000"/>
              </a:lnSpc>
              <a:spcAft>
                <a:spcPts val="0"/>
              </a:spcAft>
              <a:buFont typeface="Wingdings" pitchFamily="2" charset="2"/>
              <a:buChar char="ü"/>
              <a:defRPr/>
            </a:pPr>
            <a:r>
              <a:rPr lang="en-US" sz="1800" dirty="0"/>
              <a:t>The general form:</a:t>
            </a:r>
          </a:p>
          <a:p>
            <a:pPr marL="274320" indent="-274320" eaLnBrk="1" fontAlgn="auto" hangingPunct="1">
              <a:lnSpc>
                <a:spcPct val="90000"/>
              </a:lnSpc>
              <a:spcAft>
                <a:spcPts val="0"/>
              </a:spcAft>
              <a:buFont typeface="Wingdings" pitchFamily="2" charset="2"/>
              <a:buChar char="ü"/>
              <a:defRPr/>
            </a:pPr>
            <a:endParaRPr lang="en-US" sz="1800" dirty="0">
              <a:latin typeface="Times New Roman" pitchFamily="18" charset="0"/>
            </a:endParaRPr>
          </a:p>
          <a:p>
            <a:pPr marL="274320" indent="-274320" eaLnBrk="1" fontAlgn="auto" hangingPunct="1">
              <a:lnSpc>
                <a:spcPct val="90000"/>
              </a:lnSpc>
              <a:spcAft>
                <a:spcPts val="0"/>
              </a:spcAft>
              <a:buFont typeface="Wingdings" pitchFamily="2" charset="2"/>
              <a:buNone/>
              <a:defRPr/>
            </a:pPr>
            <a:r>
              <a:rPr lang="en-US" sz="1800" dirty="0">
                <a:latin typeface="Consolas" pitchFamily="49" charset="0"/>
              </a:rPr>
              <a:t>	class </a:t>
            </a:r>
            <a:r>
              <a:rPr lang="en-US" sz="1800" i="1" dirty="0" err="1">
                <a:latin typeface="Consolas" pitchFamily="49" charset="0"/>
              </a:rPr>
              <a:t>classname</a:t>
            </a:r>
            <a:r>
              <a:rPr lang="en-US" sz="1800" dirty="0">
                <a:latin typeface="Consolas" pitchFamily="49" charset="0"/>
              </a:rPr>
              <a:t>{</a:t>
            </a:r>
          </a:p>
          <a:p>
            <a:pPr marL="274320" indent="-274320" eaLnBrk="1" fontAlgn="auto" hangingPunct="1">
              <a:lnSpc>
                <a:spcPct val="90000"/>
              </a:lnSpc>
              <a:spcAft>
                <a:spcPts val="0"/>
              </a:spcAft>
              <a:buFont typeface="Wingdings" pitchFamily="2" charset="2"/>
              <a:buNone/>
              <a:defRPr/>
            </a:pPr>
            <a:r>
              <a:rPr lang="en-US" sz="1800" dirty="0">
                <a:latin typeface="Consolas" pitchFamily="49" charset="0"/>
              </a:rPr>
              <a:t>		type instance-variable1;</a:t>
            </a:r>
          </a:p>
          <a:p>
            <a:pPr marL="274320" indent="-274320" eaLnBrk="1" fontAlgn="auto" hangingPunct="1">
              <a:lnSpc>
                <a:spcPct val="90000"/>
              </a:lnSpc>
              <a:spcAft>
                <a:spcPts val="0"/>
              </a:spcAft>
              <a:buFont typeface="Wingdings" pitchFamily="2" charset="2"/>
              <a:buNone/>
              <a:defRPr/>
            </a:pPr>
            <a:r>
              <a:rPr lang="en-US" sz="1800" dirty="0">
                <a:latin typeface="Consolas" pitchFamily="49" charset="0"/>
              </a:rPr>
              <a:t>		type instance-variable2;</a:t>
            </a:r>
          </a:p>
          <a:p>
            <a:pPr marL="274320" indent="-274320" eaLnBrk="1" fontAlgn="auto" hangingPunct="1">
              <a:lnSpc>
                <a:spcPct val="90000"/>
              </a:lnSpc>
              <a:spcAft>
                <a:spcPts val="0"/>
              </a:spcAft>
              <a:buFont typeface="Wingdings" pitchFamily="2" charset="2"/>
              <a:buNone/>
              <a:defRPr/>
            </a:pPr>
            <a:r>
              <a:rPr lang="en-US" sz="1800" dirty="0">
                <a:latin typeface="Consolas" pitchFamily="49" charset="0"/>
              </a:rPr>
              <a:t>		…………</a:t>
            </a:r>
          </a:p>
          <a:p>
            <a:pPr marL="274320" indent="-274320" eaLnBrk="1" fontAlgn="auto" hangingPunct="1">
              <a:lnSpc>
                <a:spcPct val="90000"/>
              </a:lnSpc>
              <a:spcAft>
                <a:spcPts val="0"/>
              </a:spcAft>
              <a:buFont typeface="Wingdings" pitchFamily="2" charset="2"/>
              <a:buNone/>
              <a:defRPr/>
            </a:pPr>
            <a:r>
              <a:rPr lang="en-US" sz="1800" dirty="0">
                <a:latin typeface="Consolas" pitchFamily="49" charset="0"/>
              </a:rPr>
              <a:t> 		type methodname1( parameter-list)</a:t>
            </a:r>
          </a:p>
          <a:p>
            <a:pPr marL="274320" indent="-274320" eaLnBrk="1" fontAlgn="auto" hangingPunct="1">
              <a:lnSpc>
                <a:spcPct val="90000"/>
              </a:lnSpc>
              <a:spcAft>
                <a:spcPts val="0"/>
              </a:spcAft>
              <a:buFont typeface="Wingdings" pitchFamily="2" charset="2"/>
              <a:buNone/>
              <a:defRPr/>
            </a:pPr>
            <a:r>
              <a:rPr lang="en-US" sz="1800" dirty="0">
                <a:latin typeface="Consolas" pitchFamily="49" charset="0"/>
              </a:rPr>
              <a:t>		{</a:t>
            </a:r>
          </a:p>
          <a:p>
            <a:pPr marL="274320" indent="-274320" eaLnBrk="1" fontAlgn="auto" hangingPunct="1">
              <a:lnSpc>
                <a:spcPct val="90000"/>
              </a:lnSpc>
              <a:spcAft>
                <a:spcPts val="0"/>
              </a:spcAft>
              <a:buFont typeface="Wingdings" pitchFamily="2" charset="2"/>
              <a:buNone/>
              <a:defRPr/>
            </a:pPr>
            <a:r>
              <a:rPr lang="en-US" sz="1800" dirty="0">
                <a:latin typeface="Consolas" pitchFamily="49" charset="0"/>
              </a:rPr>
              <a:t>			// body of the method</a:t>
            </a:r>
          </a:p>
          <a:p>
            <a:pPr marL="274320" indent="-274320" eaLnBrk="1" fontAlgn="auto" hangingPunct="1">
              <a:lnSpc>
                <a:spcPct val="90000"/>
              </a:lnSpc>
              <a:spcAft>
                <a:spcPts val="0"/>
              </a:spcAft>
              <a:buFont typeface="Wingdings" pitchFamily="2" charset="2"/>
              <a:buNone/>
              <a:defRPr/>
            </a:pPr>
            <a:r>
              <a:rPr lang="en-US" sz="1800" dirty="0">
                <a:latin typeface="Consolas" pitchFamily="49" charset="0"/>
              </a:rPr>
              <a:t>		}</a:t>
            </a:r>
          </a:p>
          <a:p>
            <a:pPr marL="274320" indent="-274320" eaLnBrk="1" fontAlgn="auto" hangingPunct="1">
              <a:lnSpc>
                <a:spcPct val="90000"/>
              </a:lnSpc>
              <a:spcAft>
                <a:spcPts val="0"/>
              </a:spcAft>
              <a:buFont typeface="Wingdings" pitchFamily="2" charset="2"/>
              <a:buNone/>
              <a:defRPr/>
            </a:pPr>
            <a:r>
              <a:rPr lang="en-US" sz="1800" dirty="0">
                <a:latin typeface="Consolas" pitchFamily="49" charset="0"/>
              </a:rPr>
              <a:t>		type methodname2( parameter-list)</a:t>
            </a:r>
          </a:p>
          <a:p>
            <a:pPr marL="274320" indent="-274320" eaLnBrk="1" fontAlgn="auto" hangingPunct="1">
              <a:lnSpc>
                <a:spcPct val="90000"/>
              </a:lnSpc>
              <a:spcAft>
                <a:spcPts val="0"/>
              </a:spcAft>
              <a:buFont typeface="Wingdings" pitchFamily="2" charset="2"/>
              <a:buNone/>
              <a:defRPr/>
            </a:pPr>
            <a:r>
              <a:rPr lang="en-US" sz="1800" dirty="0">
                <a:latin typeface="Consolas" pitchFamily="49" charset="0"/>
              </a:rPr>
              <a:t>		{</a:t>
            </a:r>
          </a:p>
          <a:p>
            <a:pPr marL="274320" indent="-274320" eaLnBrk="1" fontAlgn="auto" hangingPunct="1">
              <a:lnSpc>
                <a:spcPct val="90000"/>
              </a:lnSpc>
              <a:spcAft>
                <a:spcPts val="0"/>
              </a:spcAft>
              <a:buFont typeface="Wingdings" pitchFamily="2" charset="2"/>
              <a:buNone/>
              <a:defRPr/>
            </a:pPr>
            <a:r>
              <a:rPr lang="en-US" sz="1800" dirty="0">
                <a:latin typeface="Consolas" pitchFamily="49" charset="0"/>
              </a:rPr>
              <a:t>			//body of the method</a:t>
            </a:r>
          </a:p>
          <a:p>
            <a:pPr marL="274320" indent="-274320" eaLnBrk="1" fontAlgn="auto" hangingPunct="1">
              <a:lnSpc>
                <a:spcPct val="90000"/>
              </a:lnSpc>
              <a:spcAft>
                <a:spcPts val="0"/>
              </a:spcAft>
              <a:buFont typeface="Wingdings" pitchFamily="2" charset="2"/>
              <a:buNone/>
              <a:defRPr/>
            </a:pPr>
            <a:r>
              <a:rPr lang="en-US" sz="1800" dirty="0">
                <a:latin typeface="Consolas" pitchFamily="49" charset="0"/>
              </a:rPr>
              <a:t>		}</a:t>
            </a:r>
          </a:p>
          <a:p>
            <a:pPr marL="274320" indent="-274320" eaLnBrk="1" fontAlgn="auto" hangingPunct="1">
              <a:lnSpc>
                <a:spcPct val="90000"/>
              </a:lnSpc>
              <a:spcAft>
                <a:spcPts val="0"/>
              </a:spcAft>
              <a:buFont typeface="Wingdings" pitchFamily="2" charset="2"/>
              <a:buNone/>
              <a:defRPr/>
            </a:pPr>
            <a:r>
              <a:rPr lang="en-US" sz="1800" dirty="0">
                <a:latin typeface="Consolas" pitchFamily="49" charset="0"/>
              </a:rPr>
              <a:t>		……………………</a:t>
            </a:r>
          </a:p>
          <a:p>
            <a:pPr marL="274320" indent="-274320" eaLnBrk="1" fontAlgn="auto" hangingPunct="1">
              <a:lnSpc>
                <a:spcPct val="90000"/>
              </a:lnSpc>
              <a:spcAft>
                <a:spcPts val="0"/>
              </a:spcAft>
              <a:buFont typeface="Wingdings" pitchFamily="2" charset="2"/>
              <a:buNone/>
              <a:defRPr/>
            </a:pPr>
            <a:r>
              <a:rPr lang="en-US" sz="1800" dirty="0">
                <a:latin typeface="Consolas" pitchFamily="49" charset="0"/>
              </a:rPr>
              <a:t>    }</a:t>
            </a:r>
          </a:p>
          <a:p>
            <a:pPr marL="274320" indent="-274320" eaLnBrk="1" fontAlgn="auto" hangingPunct="1">
              <a:lnSpc>
                <a:spcPct val="90000"/>
              </a:lnSpc>
              <a:spcAft>
                <a:spcPts val="0"/>
              </a:spcAft>
              <a:buFont typeface="Wingdings" pitchFamily="2" charset="2"/>
              <a:buChar char="ü"/>
              <a:defRPr/>
            </a:pPr>
            <a:endParaRPr lang="en-US" sz="1800" dirty="0">
              <a:latin typeface="Times New Roman" pitchFamily="18" charset="0"/>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algn="ctr" eaLnBrk="1" fontAlgn="auto" hangingPunct="1">
              <a:spcAft>
                <a:spcPts val="0"/>
              </a:spcAft>
              <a:defRPr/>
            </a:pPr>
            <a:r>
              <a:rPr lang="en-US" sz="4400" b="1" dirty="0">
                <a:solidFill>
                  <a:srgbClr val="024069"/>
                </a:solidFill>
                <a:cs typeface="Times New Roman" pitchFamily="18" charset="0"/>
              </a:rPr>
              <a:t>Class and Object</a:t>
            </a:r>
          </a:p>
        </p:txBody>
      </p:sp>
      <p:sp>
        <p:nvSpPr>
          <p:cNvPr id="12291" name="Rectangle 3"/>
          <p:cNvSpPr>
            <a:spLocks noGrp="1" noChangeArrowheads="1"/>
          </p:cNvSpPr>
          <p:nvPr>
            <p:ph sz="quarter" idx="1"/>
          </p:nvPr>
        </p:nvSpPr>
        <p:spPr>
          <a:xfrm>
            <a:off x="457200" y="1143000"/>
            <a:ext cx="8229600" cy="5330825"/>
          </a:xfrm>
        </p:spPr>
        <p:txBody>
          <a:bodyPr/>
          <a:lstStyle/>
          <a:p>
            <a:pPr eaLnBrk="1" hangingPunct="1">
              <a:buFont typeface="Wingdings" pitchFamily="2" charset="2"/>
              <a:buChar char="ü"/>
            </a:pPr>
            <a:r>
              <a:rPr lang="en-US" sz="2800" dirty="0"/>
              <a:t>A class defines a new data type. This new data type is used to create objects of that type.</a:t>
            </a:r>
          </a:p>
          <a:p>
            <a:pPr eaLnBrk="1" hangingPunct="1">
              <a:buFont typeface="Wingdings" pitchFamily="2" charset="2"/>
              <a:buChar char="ü"/>
            </a:pPr>
            <a:endParaRPr lang="en-US" sz="2800" dirty="0"/>
          </a:p>
          <a:p>
            <a:pPr eaLnBrk="1" hangingPunct="1">
              <a:buFont typeface="Wingdings" pitchFamily="2" charset="2"/>
              <a:buChar char="ü"/>
            </a:pPr>
            <a:r>
              <a:rPr lang="en-US" sz="2800" dirty="0"/>
              <a:t>A class is a template for an object and an object is an instance of a class.</a:t>
            </a:r>
          </a:p>
          <a:p>
            <a:pPr eaLnBrk="1" hangingPunct="1">
              <a:buFont typeface="Wingdings" pitchFamily="2" charset="2"/>
              <a:buChar char="ü"/>
            </a:pPr>
            <a:endParaRPr lang="en-US" sz="2800" dirty="0"/>
          </a:p>
          <a:p>
            <a:pPr eaLnBrk="1" hangingPunct="1">
              <a:buFont typeface="Wingdings" pitchFamily="2" charset="2"/>
              <a:buChar char="ü"/>
            </a:pPr>
            <a:r>
              <a:rPr lang="en-US" sz="2800" dirty="0"/>
              <a:t>Class is user defined type.</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228600" y="76200"/>
            <a:ext cx="8763000" cy="808038"/>
          </a:xfrm>
        </p:spPr>
        <p:txBody>
          <a:bodyPr/>
          <a:lstStyle/>
          <a:p>
            <a:pPr algn="ctr" eaLnBrk="1" fontAlgn="auto" hangingPunct="1">
              <a:spcAft>
                <a:spcPts val="0"/>
              </a:spcAft>
              <a:defRPr/>
            </a:pPr>
            <a:r>
              <a:rPr lang="en-US" sz="2800" b="1" dirty="0">
                <a:solidFill>
                  <a:srgbClr val="024069"/>
                </a:solidFill>
                <a:cs typeface="Times New Roman" pitchFamily="18" charset="0"/>
              </a:rPr>
              <a:t>An Example of Object Oriented Programming </a:t>
            </a:r>
          </a:p>
        </p:txBody>
      </p:sp>
      <p:sp>
        <p:nvSpPr>
          <p:cNvPr id="13315" name="Rectangle 3"/>
          <p:cNvSpPr>
            <a:spLocks noGrp="1" noChangeArrowheads="1"/>
          </p:cNvSpPr>
          <p:nvPr>
            <p:ph sz="quarter" idx="1"/>
          </p:nvPr>
        </p:nvSpPr>
        <p:spPr>
          <a:xfrm>
            <a:off x="457200" y="1600200"/>
            <a:ext cx="7467600" cy="4873625"/>
          </a:xfrm>
        </p:spPr>
        <p:txBody>
          <a:bodyPr/>
          <a:lstStyle/>
          <a:p>
            <a:pPr eaLnBrk="1" hangingPunct="1">
              <a:buSzTx/>
              <a:buFont typeface="Wingdings" pitchFamily="2" charset="2"/>
              <a:buChar char="ü"/>
            </a:pPr>
            <a:r>
              <a:rPr lang="en-US" dirty="0">
                <a:latin typeface="Times New Roman" pitchFamily="18" charset="0"/>
              </a:rPr>
              <a:t>Colored points on the screen</a:t>
            </a:r>
          </a:p>
          <a:p>
            <a:pPr eaLnBrk="1" hangingPunct="1">
              <a:buSzTx/>
              <a:buFont typeface="Wingdings" pitchFamily="2" charset="2"/>
              <a:buChar char="ü"/>
            </a:pPr>
            <a:r>
              <a:rPr lang="en-US" dirty="0">
                <a:latin typeface="Times New Roman" pitchFamily="18" charset="0"/>
              </a:rPr>
              <a:t>What data goes into making one?</a:t>
            </a:r>
          </a:p>
          <a:p>
            <a:pPr lvl="1" eaLnBrk="1" hangingPunct="1">
              <a:buSzTx/>
              <a:buFont typeface="Wingdings" pitchFamily="2" charset="2"/>
              <a:buChar char="ü"/>
            </a:pPr>
            <a:r>
              <a:rPr lang="en-US" dirty="0">
                <a:latin typeface="Times New Roman" pitchFamily="18" charset="0"/>
              </a:rPr>
              <a:t>Coordinates</a:t>
            </a:r>
          </a:p>
          <a:p>
            <a:pPr lvl="1" eaLnBrk="1" hangingPunct="1">
              <a:buSzTx/>
              <a:buFont typeface="Wingdings" pitchFamily="2" charset="2"/>
              <a:buChar char="ü"/>
            </a:pPr>
            <a:r>
              <a:rPr lang="en-US" dirty="0">
                <a:latin typeface="Times New Roman" pitchFamily="18" charset="0"/>
              </a:rPr>
              <a:t>Color</a:t>
            </a:r>
          </a:p>
          <a:p>
            <a:pPr eaLnBrk="1" hangingPunct="1">
              <a:buSzTx/>
              <a:buFont typeface="Wingdings" pitchFamily="2" charset="2"/>
              <a:buChar char="ü"/>
            </a:pPr>
            <a:r>
              <a:rPr lang="en-US" dirty="0">
                <a:latin typeface="Times New Roman" pitchFamily="18" charset="0"/>
              </a:rPr>
              <a:t>What should a point be able to do?</a:t>
            </a:r>
          </a:p>
          <a:p>
            <a:pPr lvl="1" eaLnBrk="1" hangingPunct="1">
              <a:buSzTx/>
              <a:buFont typeface="Wingdings" pitchFamily="2" charset="2"/>
              <a:buChar char="ü"/>
            </a:pPr>
            <a:r>
              <a:rPr lang="en-US" dirty="0">
                <a:latin typeface="Times New Roman" pitchFamily="18" charset="0"/>
              </a:rPr>
              <a:t>Move itself</a:t>
            </a:r>
          </a:p>
          <a:p>
            <a:pPr lvl="1" eaLnBrk="1" hangingPunct="1">
              <a:buSzTx/>
              <a:buFont typeface="Wingdings" pitchFamily="2" charset="2"/>
              <a:buChar char="ü"/>
            </a:pPr>
            <a:r>
              <a:rPr lang="en-US" dirty="0">
                <a:latin typeface="Times New Roman" pitchFamily="18" charset="0"/>
              </a:rPr>
              <a:t>Report its position</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ChangeArrowheads="1"/>
          </p:cNvSpPr>
          <p:nvPr/>
        </p:nvSpPr>
        <p:spPr bwMode="auto">
          <a:xfrm>
            <a:off x="2600325" y="1847850"/>
            <a:ext cx="9144000" cy="0"/>
          </a:xfrm>
          <a:prstGeom prst="rect">
            <a:avLst/>
          </a:prstGeom>
          <a:noFill/>
          <a:ln w="9525">
            <a:noFill/>
            <a:miter lim="800000"/>
            <a:headEnd/>
            <a:tailEnd/>
          </a:ln>
        </p:spPr>
        <p:txBody>
          <a:bodyPr>
            <a:spAutoFit/>
          </a:bodyPr>
          <a:lstStyle/>
          <a:p>
            <a:endParaRPr lang="en-US"/>
          </a:p>
        </p:txBody>
      </p:sp>
      <p:graphicFrame>
        <p:nvGraphicFramePr>
          <p:cNvPr id="1026" name="Object 3"/>
          <p:cNvGraphicFramePr>
            <a:graphicFrameLocks noChangeAspect="1"/>
          </p:cNvGraphicFramePr>
          <p:nvPr/>
        </p:nvGraphicFramePr>
        <p:xfrm>
          <a:off x="1206500" y="1098550"/>
          <a:ext cx="6794500" cy="5454650"/>
        </p:xfrm>
        <a:graphic>
          <a:graphicData uri="http://schemas.openxmlformats.org/presentationml/2006/ole">
            <mc:AlternateContent xmlns:mc="http://schemas.openxmlformats.org/markup-compatibility/2006">
              <mc:Choice xmlns:v="urn:schemas-microsoft-com:vml" Requires="v">
                <p:oleObj spid="_x0000_s1026" name="Microsoft Draw Drawing" r:id="rId3" imgW="3951000" imgH="3172320" progId="">
                  <p:embed/>
                </p:oleObj>
              </mc:Choice>
              <mc:Fallback>
                <p:oleObj name="Microsoft Draw Drawing" r:id="rId3" imgW="3951000" imgH="3172320" progId="">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6500" y="1098550"/>
                        <a:ext cx="6794500" cy="5454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2"/>
          <p:cNvSpPr>
            <a:spLocks noGrp="1" noChangeArrowheads="1"/>
          </p:cNvSpPr>
          <p:nvPr>
            <p:ph type="title"/>
          </p:nvPr>
        </p:nvSpPr>
        <p:spPr>
          <a:xfrm>
            <a:off x="228600" y="76200"/>
            <a:ext cx="8763000" cy="808038"/>
          </a:xfrm>
        </p:spPr>
        <p:txBody>
          <a:bodyPr/>
          <a:lstStyle/>
          <a:p>
            <a:pPr algn="ctr" eaLnBrk="1" fontAlgn="auto" hangingPunct="1">
              <a:spcAft>
                <a:spcPts val="0"/>
              </a:spcAft>
              <a:defRPr/>
            </a:pPr>
            <a:r>
              <a:rPr lang="en-US" sz="2800" b="1" dirty="0">
                <a:solidFill>
                  <a:srgbClr val="024069"/>
                </a:solidFill>
                <a:cs typeface="Times New Roman" pitchFamily="18" charset="0"/>
              </a:rPr>
              <a:t>An Example of Object Oriented Programming </a:t>
            </a: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algn="ctr" eaLnBrk="1" fontAlgn="auto" hangingPunct="1">
              <a:spcAft>
                <a:spcPts val="0"/>
              </a:spcAft>
              <a:defRPr/>
            </a:pPr>
            <a:r>
              <a:rPr lang="en-US" sz="4400" b="1" dirty="0">
                <a:solidFill>
                  <a:srgbClr val="024069"/>
                </a:solidFill>
                <a:cs typeface="Times New Roman" pitchFamily="18" charset="0"/>
              </a:rPr>
              <a:t>Java Terminology</a:t>
            </a:r>
          </a:p>
        </p:txBody>
      </p:sp>
      <p:sp>
        <p:nvSpPr>
          <p:cNvPr id="2052" name="Rectangle 3"/>
          <p:cNvSpPr>
            <a:spLocks noGrp="1" noChangeArrowheads="1"/>
          </p:cNvSpPr>
          <p:nvPr>
            <p:ph sz="quarter" idx="1"/>
          </p:nvPr>
        </p:nvSpPr>
        <p:spPr>
          <a:xfrm>
            <a:off x="914400" y="1600200"/>
            <a:ext cx="4876800" cy="4530725"/>
          </a:xfrm>
        </p:spPr>
        <p:txBody>
          <a:bodyPr/>
          <a:lstStyle/>
          <a:p>
            <a:pPr eaLnBrk="1" hangingPunct="1">
              <a:buFont typeface="Wingdings" pitchFamily="2" charset="2"/>
              <a:buChar char="ü"/>
            </a:pPr>
            <a:r>
              <a:rPr lang="en-US" sz="2800" dirty="0"/>
              <a:t>Each point is an </a:t>
            </a:r>
            <a:r>
              <a:rPr lang="en-US" sz="2800" i="1" dirty="0"/>
              <a:t>object</a:t>
            </a:r>
            <a:endParaRPr lang="en-US" sz="2800" dirty="0"/>
          </a:p>
          <a:p>
            <a:pPr eaLnBrk="1" hangingPunct="1">
              <a:buFont typeface="Wingdings" pitchFamily="2" charset="2"/>
              <a:buChar char="ü"/>
            </a:pPr>
            <a:r>
              <a:rPr lang="en-US" sz="2800" dirty="0"/>
              <a:t>Each includes three </a:t>
            </a:r>
            <a:r>
              <a:rPr lang="en-US" sz="2800" i="1" dirty="0"/>
              <a:t>data</a:t>
            </a:r>
            <a:r>
              <a:rPr lang="en-US" sz="2800" dirty="0"/>
              <a:t> </a:t>
            </a:r>
            <a:r>
              <a:rPr lang="en-US" sz="2800" i="1" dirty="0"/>
              <a:t>fields</a:t>
            </a:r>
          </a:p>
          <a:p>
            <a:pPr eaLnBrk="1" hangingPunct="1">
              <a:buFont typeface="Wingdings" pitchFamily="2" charset="2"/>
              <a:buChar char="ü"/>
            </a:pPr>
            <a:r>
              <a:rPr lang="en-US" sz="2800" dirty="0"/>
              <a:t>Each has three </a:t>
            </a:r>
            <a:r>
              <a:rPr lang="en-US" sz="2800" i="1" dirty="0"/>
              <a:t>methods</a:t>
            </a:r>
          </a:p>
          <a:p>
            <a:pPr eaLnBrk="1" hangingPunct="1">
              <a:buFont typeface="Wingdings" pitchFamily="2" charset="2"/>
              <a:buChar char="ü"/>
            </a:pPr>
            <a:r>
              <a:rPr lang="en-US" sz="2800" dirty="0"/>
              <a:t>Each is an </a:t>
            </a:r>
            <a:r>
              <a:rPr lang="en-US" sz="2800" i="1" dirty="0"/>
              <a:t>instance</a:t>
            </a:r>
            <a:r>
              <a:rPr lang="en-US" sz="2800" dirty="0"/>
              <a:t> of the same </a:t>
            </a:r>
            <a:r>
              <a:rPr lang="en-US" sz="2800" i="1" dirty="0"/>
              <a:t>class</a:t>
            </a:r>
            <a:endParaRPr lang="en-US" sz="2800" dirty="0"/>
          </a:p>
        </p:txBody>
      </p:sp>
      <p:graphicFrame>
        <p:nvGraphicFramePr>
          <p:cNvPr id="2050" name="Object 4"/>
          <p:cNvGraphicFramePr>
            <a:graphicFrameLocks noChangeAspect="1"/>
          </p:cNvGraphicFramePr>
          <p:nvPr/>
        </p:nvGraphicFramePr>
        <p:xfrm>
          <a:off x="5257800" y="1752600"/>
          <a:ext cx="3641725" cy="3216275"/>
        </p:xfrm>
        <a:graphic>
          <a:graphicData uri="http://schemas.openxmlformats.org/presentationml/2006/ole">
            <mc:AlternateContent xmlns:mc="http://schemas.openxmlformats.org/markup-compatibility/2006">
              <mc:Choice xmlns:v="urn:schemas-microsoft-com:vml" Requires="v">
                <p:oleObj spid="_x0000_s2050" name="Microsoft Draw Drawing" r:id="rId3" imgW="2120400" imgH="1872360" progId="">
                  <p:embed/>
                </p:oleObj>
              </mc:Choice>
              <mc:Fallback>
                <p:oleObj name="Microsoft Draw Drawing" r:id="rId3" imgW="2120400" imgH="1872360" progId="">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7800" y="1752600"/>
                        <a:ext cx="3641725" cy="3216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sz="quarter" idx="1"/>
          </p:nvPr>
        </p:nvSpPr>
        <p:spPr>
          <a:xfrm>
            <a:off x="365125" y="373063"/>
            <a:ext cx="4664075" cy="6116637"/>
          </a:xfrm>
        </p:spPr>
        <p:txBody>
          <a:bodyPr/>
          <a:lstStyle/>
          <a:p>
            <a:pPr eaLnBrk="1" hangingPunct="1">
              <a:lnSpc>
                <a:spcPct val="80000"/>
              </a:lnSpc>
              <a:buFont typeface="Wingdings" pitchFamily="2" charset="2"/>
              <a:buNone/>
            </a:pPr>
            <a:r>
              <a:rPr lang="en-US" sz="1800" dirty="0">
                <a:latin typeface="Consolas" pitchFamily="49" charset="0"/>
              </a:rPr>
              <a:t>class Point {</a:t>
            </a:r>
          </a:p>
          <a:p>
            <a:pPr eaLnBrk="1" hangingPunct="1">
              <a:lnSpc>
                <a:spcPct val="80000"/>
              </a:lnSpc>
              <a:buFont typeface="Wingdings" pitchFamily="2" charset="2"/>
              <a:buNone/>
            </a:pPr>
            <a:r>
              <a:rPr lang="en-US" sz="1800" dirty="0">
                <a:latin typeface="Consolas" pitchFamily="49" charset="0"/>
              </a:rPr>
              <a:t>	int </a:t>
            </a:r>
            <a:r>
              <a:rPr lang="en-US" sz="1800" dirty="0" err="1">
                <a:latin typeface="Consolas" pitchFamily="49" charset="0"/>
              </a:rPr>
              <a:t>xCoord</a:t>
            </a:r>
            <a:r>
              <a:rPr lang="en-US" sz="1800" dirty="0">
                <a:latin typeface="Consolas" pitchFamily="49" charset="0"/>
              </a:rPr>
              <a:t>;</a:t>
            </a:r>
          </a:p>
          <a:p>
            <a:pPr eaLnBrk="1" hangingPunct="1">
              <a:lnSpc>
                <a:spcPct val="80000"/>
              </a:lnSpc>
              <a:buFont typeface="Wingdings" pitchFamily="2" charset="2"/>
              <a:buNone/>
            </a:pPr>
            <a:r>
              <a:rPr lang="en-US" sz="1800" dirty="0">
                <a:latin typeface="Consolas" pitchFamily="49" charset="0"/>
              </a:rPr>
              <a:t>	int </a:t>
            </a:r>
            <a:r>
              <a:rPr lang="en-US" sz="1800" dirty="0" err="1">
                <a:latin typeface="Consolas" pitchFamily="49" charset="0"/>
              </a:rPr>
              <a:t>yCoord</a:t>
            </a:r>
            <a:r>
              <a:rPr lang="en-US" sz="1800" dirty="0">
                <a:latin typeface="Consolas" pitchFamily="49" charset="0"/>
              </a:rPr>
              <a:t>;</a:t>
            </a:r>
          </a:p>
          <a:p>
            <a:pPr eaLnBrk="1" hangingPunct="1">
              <a:lnSpc>
                <a:spcPct val="80000"/>
              </a:lnSpc>
              <a:buFont typeface="Wingdings" pitchFamily="2" charset="2"/>
              <a:buNone/>
            </a:pPr>
            <a:r>
              <a:rPr lang="en-US" sz="1800" dirty="0">
                <a:latin typeface="Consolas" pitchFamily="49" charset="0"/>
              </a:rPr>
              <a:t>	Point() {</a:t>
            </a:r>
          </a:p>
          <a:p>
            <a:pPr eaLnBrk="1" hangingPunct="1">
              <a:lnSpc>
                <a:spcPct val="80000"/>
              </a:lnSpc>
              <a:buFont typeface="Wingdings" pitchFamily="2" charset="2"/>
              <a:buNone/>
            </a:pPr>
            <a:r>
              <a:rPr lang="en-US" sz="1800" dirty="0">
                <a:latin typeface="Consolas" pitchFamily="49" charset="0"/>
              </a:rPr>
              <a:t>		</a:t>
            </a:r>
            <a:r>
              <a:rPr lang="en-US" sz="1800" dirty="0" err="1">
                <a:latin typeface="Consolas" pitchFamily="49" charset="0"/>
              </a:rPr>
              <a:t>xCoord</a:t>
            </a:r>
            <a:r>
              <a:rPr lang="en-US" sz="1800" dirty="0">
                <a:latin typeface="Consolas" pitchFamily="49" charset="0"/>
              </a:rPr>
              <a:t> = 0;</a:t>
            </a:r>
          </a:p>
          <a:p>
            <a:pPr eaLnBrk="1" hangingPunct="1">
              <a:lnSpc>
                <a:spcPct val="80000"/>
              </a:lnSpc>
              <a:buFont typeface="Wingdings" pitchFamily="2" charset="2"/>
              <a:buNone/>
            </a:pPr>
            <a:r>
              <a:rPr lang="en-US" sz="1800" dirty="0">
                <a:latin typeface="Consolas" pitchFamily="49" charset="0"/>
              </a:rPr>
              <a:t>		</a:t>
            </a:r>
            <a:r>
              <a:rPr lang="en-US" sz="1800" dirty="0" err="1">
                <a:latin typeface="Consolas" pitchFamily="49" charset="0"/>
              </a:rPr>
              <a:t>yCoord</a:t>
            </a:r>
            <a:r>
              <a:rPr lang="en-US" sz="1800" dirty="0">
                <a:latin typeface="Consolas" pitchFamily="49" charset="0"/>
              </a:rPr>
              <a:t> = 0;</a:t>
            </a:r>
          </a:p>
          <a:p>
            <a:pPr eaLnBrk="1" hangingPunct="1">
              <a:lnSpc>
                <a:spcPct val="80000"/>
              </a:lnSpc>
              <a:buFont typeface="Wingdings" pitchFamily="2" charset="2"/>
              <a:buNone/>
            </a:pPr>
            <a:r>
              <a:rPr lang="en-US" sz="1800" dirty="0">
                <a:latin typeface="Consolas" pitchFamily="49" charset="0"/>
              </a:rPr>
              <a:t>	}</a:t>
            </a:r>
          </a:p>
          <a:p>
            <a:pPr eaLnBrk="1" hangingPunct="1">
              <a:lnSpc>
                <a:spcPct val="80000"/>
              </a:lnSpc>
              <a:buFont typeface="Wingdings" pitchFamily="2" charset="2"/>
              <a:buNone/>
            </a:pPr>
            <a:r>
              <a:rPr lang="en-US" sz="1800" dirty="0">
                <a:latin typeface="Consolas" pitchFamily="49" charset="0"/>
              </a:rPr>
              <a:t>	int </a:t>
            </a:r>
            <a:r>
              <a:rPr lang="en-US" sz="1800" dirty="0" err="1">
                <a:latin typeface="Consolas" pitchFamily="49" charset="0"/>
              </a:rPr>
              <a:t>currentX</a:t>
            </a:r>
            <a:r>
              <a:rPr lang="en-US" sz="1800" dirty="0">
                <a:latin typeface="Consolas" pitchFamily="49" charset="0"/>
              </a:rPr>
              <a:t>() {</a:t>
            </a:r>
          </a:p>
          <a:p>
            <a:pPr eaLnBrk="1" hangingPunct="1">
              <a:lnSpc>
                <a:spcPct val="80000"/>
              </a:lnSpc>
              <a:buFont typeface="Wingdings" pitchFamily="2" charset="2"/>
              <a:buNone/>
            </a:pPr>
            <a:r>
              <a:rPr lang="en-US" sz="1800" dirty="0">
                <a:latin typeface="Consolas" pitchFamily="49" charset="0"/>
              </a:rPr>
              <a:t>		return </a:t>
            </a:r>
            <a:r>
              <a:rPr lang="en-US" sz="1800" dirty="0" err="1">
                <a:latin typeface="Consolas" pitchFamily="49" charset="0"/>
              </a:rPr>
              <a:t>xCoord</a:t>
            </a:r>
            <a:r>
              <a:rPr lang="en-US" sz="1800" dirty="0">
                <a:latin typeface="Consolas" pitchFamily="49" charset="0"/>
              </a:rPr>
              <a:t>;</a:t>
            </a:r>
          </a:p>
          <a:p>
            <a:pPr eaLnBrk="1" hangingPunct="1">
              <a:lnSpc>
                <a:spcPct val="80000"/>
              </a:lnSpc>
              <a:buFont typeface="Wingdings" pitchFamily="2" charset="2"/>
              <a:buNone/>
            </a:pPr>
            <a:r>
              <a:rPr lang="en-US" sz="1800" dirty="0">
                <a:latin typeface="Consolas" pitchFamily="49" charset="0"/>
              </a:rPr>
              <a:t>	}</a:t>
            </a:r>
          </a:p>
          <a:p>
            <a:pPr eaLnBrk="1" hangingPunct="1">
              <a:lnSpc>
                <a:spcPct val="80000"/>
              </a:lnSpc>
              <a:buFont typeface="Wingdings" pitchFamily="2" charset="2"/>
              <a:buNone/>
            </a:pPr>
            <a:r>
              <a:rPr lang="en-US" sz="1800" dirty="0">
                <a:latin typeface="Consolas" pitchFamily="49" charset="0"/>
              </a:rPr>
              <a:t>	int </a:t>
            </a:r>
            <a:r>
              <a:rPr lang="en-US" sz="1800" dirty="0" err="1">
                <a:latin typeface="Consolas" pitchFamily="49" charset="0"/>
              </a:rPr>
              <a:t>currentY</a:t>
            </a:r>
            <a:r>
              <a:rPr lang="en-US" sz="1800" dirty="0">
                <a:latin typeface="Consolas" pitchFamily="49" charset="0"/>
              </a:rPr>
              <a:t>() {</a:t>
            </a:r>
          </a:p>
          <a:p>
            <a:pPr eaLnBrk="1" hangingPunct="1">
              <a:lnSpc>
                <a:spcPct val="80000"/>
              </a:lnSpc>
              <a:buFont typeface="Wingdings" pitchFamily="2" charset="2"/>
              <a:buNone/>
            </a:pPr>
            <a:r>
              <a:rPr lang="en-US" sz="1800" dirty="0">
                <a:latin typeface="Consolas" pitchFamily="49" charset="0"/>
              </a:rPr>
              <a:t>		return </a:t>
            </a:r>
            <a:r>
              <a:rPr lang="en-US" sz="1800" dirty="0" err="1">
                <a:latin typeface="Consolas" pitchFamily="49" charset="0"/>
              </a:rPr>
              <a:t>yCoord</a:t>
            </a:r>
            <a:r>
              <a:rPr lang="en-US" sz="1800" dirty="0">
                <a:latin typeface="Consolas" pitchFamily="49" charset="0"/>
              </a:rPr>
              <a:t>;</a:t>
            </a:r>
          </a:p>
          <a:p>
            <a:pPr eaLnBrk="1" hangingPunct="1">
              <a:lnSpc>
                <a:spcPct val="80000"/>
              </a:lnSpc>
              <a:buFont typeface="Wingdings" pitchFamily="2" charset="2"/>
              <a:buNone/>
            </a:pPr>
            <a:r>
              <a:rPr lang="en-US" sz="1800" dirty="0">
                <a:latin typeface="Consolas" pitchFamily="49" charset="0"/>
              </a:rPr>
              <a:t>	}</a:t>
            </a:r>
          </a:p>
          <a:p>
            <a:pPr eaLnBrk="1" hangingPunct="1">
              <a:lnSpc>
                <a:spcPct val="80000"/>
              </a:lnSpc>
              <a:buFont typeface="Wingdings" pitchFamily="2" charset="2"/>
              <a:buNone/>
            </a:pPr>
            <a:r>
              <a:rPr lang="en-US" sz="1800" dirty="0">
                <a:latin typeface="Consolas" pitchFamily="49" charset="0"/>
              </a:rPr>
              <a:t>	void move (int </a:t>
            </a:r>
            <a:r>
              <a:rPr lang="en-US" sz="1800" dirty="0" err="1">
                <a:latin typeface="Consolas" pitchFamily="49" charset="0"/>
              </a:rPr>
              <a:t>newXCoord</a:t>
            </a:r>
            <a:r>
              <a:rPr lang="en-US" sz="1800" dirty="0">
                <a:latin typeface="Consolas" pitchFamily="49" charset="0"/>
              </a:rPr>
              <a:t>, int </a:t>
            </a:r>
            <a:r>
              <a:rPr lang="en-US" sz="1800" dirty="0" err="1">
                <a:latin typeface="Consolas" pitchFamily="49" charset="0"/>
              </a:rPr>
              <a:t>newYCoord</a:t>
            </a:r>
            <a:r>
              <a:rPr lang="en-US" sz="1800" dirty="0">
                <a:latin typeface="Consolas" pitchFamily="49" charset="0"/>
              </a:rPr>
              <a:t>) {</a:t>
            </a:r>
          </a:p>
          <a:p>
            <a:pPr eaLnBrk="1" hangingPunct="1">
              <a:lnSpc>
                <a:spcPct val="80000"/>
              </a:lnSpc>
              <a:buFont typeface="Wingdings" pitchFamily="2" charset="2"/>
              <a:buNone/>
            </a:pPr>
            <a:r>
              <a:rPr lang="en-US" sz="1800" dirty="0">
                <a:latin typeface="Consolas" pitchFamily="49" charset="0"/>
              </a:rPr>
              <a:t/>
            </a:r>
            <a:br>
              <a:rPr lang="en-US" sz="1800" dirty="0">
                <a:latin typeface="Consolas" pitchFamily="49" charset="0"/>
              </a:rPr>
            </a:br>
            <a:r>
              <a:rPr lang="en-US" sz="1800" dirty="0">
                <a:latin typeface="Consolas" pitchFamily="49" charset="0"/>
              </a:rPr>
              <a:t>	</a:t>
            </a:r>
            <a:r>
              <a:rPr lang="en-US" sz="1800" dirty="0" err="1">
                <a:latin typeface="Consolas" pitchFamily="49" charset="0"/>
              </a:rPr>
              <a:t>xCoord</a:t>
            </a:r>
            <a:r>
              <a:rPr lang="en-US" sz="1800" dirty="0">
                <a:latin typeface="Consolas" pitchFamily="49" charset="0"/>
              </a:rPr>
              <a:t> = </a:t>
            </a:r>
            <a:r>
              <a:rPr lang="en-US" sz="1800" dirty="0" err="1">
                <a:latin typeface="Consolas" pitchFamily="49" charset="0"/>
              </a:rPr>
              <a:t>newXCoord</a:t>
            </a:r>
            <a:r>
              <a:rPr lang="en-US" sz="1800" dirty="0">
                <a:latin typeface="Consolas" pitchFamily="49" charset="0"/>
              </a:rPr>
              <a:t>;</a:t>
            </a:r>
          </a:p>
          <a:p>
            <a:pPr eaLnBrk="1" hangingPunct="1">
              <a:lnSpc>
                <a:spcPct val="80000"/>
              </a:lnSpc>
              <a:buFont typeface="Wingdings" pitchFamily="2" charset="2"/>
              <a:buNone/>
            </a:pPr>
            <a:r>
              <a:rPr lang="en-US" sz="1800" dirty="0">
                <a:latin typeface="Consolas" pitchFamily="49" charset="0"/>
              </a:rPr>
              <a:t>		</a:t>
            </a:r>
            <a:r>
              <a:rPr lang="en-US" sz="1800" dirty="0" err="1">
                <a:latin typeface="Consolas" pitchFamily="49" charset="0"/>
              </a:rPr>
              <a:t>yCoord</a:t>
            </a:r>
            <a:r>
              <a:rPr lang="en-US" sz="1800" dirty="0">
                <a:latin typeface="Consolas" pitchFamily="49" charset="0"/>
              </a:rPr>
              <a:t> = </a:t>
            </a:r>
            <a:r>
              <a:rPr lang="en-US" sz="1800" dirty="0" err="1">
                <a:latin typeface="Consolas" pitchFamily="49" charset="0"/>
              </a:rPr>
              <a:t>newYCoord</a:t>
            </a:r>
            <a:r>
              <a:rPr lang="en-US" sz="1800" dirty="0">
                <a:latin typeface="Consolas" pitchFamily="49" charset="0"/>
              </a:rPr>
              <a:t>;</a:t>
            </a:r>
          </a:p>
          <a:p>
            <a:pPr eaLnBrk="1" hangingPunct="1">
              <a:lnSpc>
                <a:spcPct val="80000"/>
              </a:lnSpc>
              <a:buFont typeface="Wingdings" pitchFamily="2" charset="2"/>
              <a:buNone/>
            </a:pPr>
            <a:endParaRPr lang="en-US" sz="1800" dirty="0">
              <a:latin typeface="Consolas" pitchFamily="49" charset="0"/>
            </a:endParaRPr>
          </a:p>
          <a:p>
            <a:pPr eaLnBrk="1" hangingPunct="1">
              <a:lnSpc>
                <a:spcPct val="80000"/>
              </a:lnSpc>
              <a:buFont typeface="Wingdings" pitchFamily="2" charset="2"/>
              <a:buNone/>
            </a:pPr>
            <a:r>
              <a:rPr lang="en-US" sz="1800" dirty="0">
                <a:latin typeface="Consolas" pitchFamily="49" charset="0"/>
              </a:rPr>
              <a:t>	}</a:t>
            </a:r>
          </a:p>
          <a:p>
            <a:pPr eaLnBrk="1" hangingPunct="1">
              <a:lnSpc>
                <a:spcPct val="80000"/>
              </a:lnSpc>
              <a:buFont typeface="Wingdings" pitchFamily="2" charset="2"/>
              <a:buNone/>
            </a:pPr>
            <a:r>
              <a:rPr lang="en-US" sz="1800" dirty="0">
                <a:latin typeface="Consolas" pitchFamily="49" charset="0"/>
              </a:rPr>
              <a:t>}</a:t>
            </a:r>
          </a:p>
        </p:txBody>
      </p:sp>
      <p:sp>
        <p:nvSpPr>
          <p:cNvPr id="14339" name="TextBox 2"/>
          <p:cNvSpPr txBox="1">
            <a:spLocks noChangeArrowheads="1"/>
          </p:cNvSpPr>
          <p:nvPr/>
        </p:nvSpPr>
        <p:spPr bwMode="auto">
          <a:xfrm>
            <a:off x="4648200" y="381000"/>
            <a:ext cx="4495800" cy="3416320"/>
          </a:xfrm>
          <a:prstGeom prst="rect">
            <a:avLst/>
          </a:prstGeom>
          <a:noFill/>
          <a:ln w="9525">
            <a:noFill/>
            <a:miter lim="800000"/>
            <a:headEnd/>
            <a:tailEnd/>
          </a:ln>
        </p:spPr>
        <p:txBody>
          <a:bodyPr>
            <a:spAutoFit/>
          </a:bodyPr>
          <a:lstStyle/>
          <a:p>
            <a:r>
              <a:rPr lang="en-US" dirty="0">
                <a:latin typeface="Consolas" pitchFamily="49" charset="0"/>
                <a:cs typeface="Times New Roman" pitchFamily="18" charset="0"/>
              </a:rPr>
              <a:t>class </a:t>
            </a:r>
            <a:r>
              <a:rPr lang="en-US" dirty="0" err="1">
                <a:latin typeface="Consolas" pitchFamily="49" charset="0"/>
                <a:cs typeface="Times New Roman" pitchFamily="18" charset="0"/>
              </a:rPr>
              <a:t>PointProcess</a:t>
            </a:r>
            <a:r>
              <a:rPr lang="en-US" dirty="0">
                <a:latin typeface="Consolas" pitchFamily="49" charset="0"/>
                <a:cs typeface="Times New Roman" pitchFamily="18" charset="0"/>
              </a:rPr>
              <a:t>{</a:t>
            </a:r>
          </a:p>
          <a:p>
            <a:r>
              <a:rPr lang="en-US" dirty="0">
                <a:latin typeface="Consolas" pitchFamily="49" charset="0"/>
                <a:cs typeface="Times New Roman" pitchFamily="18" charset="0"/>
              </a:rPr>
              <a:t>  public static void main(String </a:t>
            </a:r>
            <a:r>
              <a:rPr lang="en-US" dirty="0" err="1">
                <a:latin typeface="Consolas" pitchFamily="49" charset="0"/>
                <a:cs typeface="Times New Roman" pitchFamily="18" charset="0"/>
              </a:rPr>
              <a:t>args</a:t>
            </a:r>
            <a:r>
              <a:rPr lang="en-US" dirty="0">
                <a:latin typeface="Consolas" pitchFamily="49" charset="0"/>
                <a:cs typeface="Times New Roman" pitchFamily="18" charset="0"/>
              </a:rPr>
              <a:t>[])</a:t>
            </a:r>
          </a:p>
          <a:p>
            <a:r>
              <a:rPr lang="en-US" dirty="0">
                <a:latin typeface="Consolas" pitchFamily="49" charset="0"/>
                <a:cs typeface="Times New Roman" pitchFamily="18" charset="0"/>
              </a:rPr>
              <a:t> {</a:t>
            </a:r>
          </a:p>
          <a:p>
            <a:r>
              <a:rPr lang="en-US" dirty="0">
                <a:latin typeface="Consolas" pitchFamily="49" charset="0"/>
                <a:cs typeface="Times New Roman" pitchFamily="18" charset="0"/>
              </a:rPr>
              <a:t>      Point P=new Point();</a:t>
            </a:r>
          </a:p>
          <a:p>
            <a:r>
              <a:rPr lang="en-US" dirty="0">
                <a:latin typeface="Consolas" pitchFamily="49" charset="0"/>
                <a:cs typeface="Times New Roman" pitchFamily="18" charset="0"/>
              </a:rPr>
              <a:t>      </a:t>
            </a:r>
            <a:r>
              <a:rPr lang="en-US" dirty="0" err="1">
                <a:latin typeface="Consolas" pitchFamily="49" charset="0"/>
                <a:cs typeface="Times New Roman" pitchFamily="18" charset="0"/>
              </a:rPr>
              <a:t>P.move</a:t>
            </a:r>
            <a:r>
              <a:rPr lang="en-US" dirty="0">
                <a:latin typeface="Consolas" pitchFamily="49" charset="0"/>
                <a:cs typeface="Times New Roman" pitchFamily="18" charset="0"/>
              </a:rPr>
              <a:t>(3,4);</a:t>
            </a:r>
          </a:p>
          <a:p>
            <a:r>
              <a:rPr lang="en-US" dirty="0">
                <a:latin typeface="Consolas" pitchFamily="49" charset="0"/>
                <a:cs typeface="Times New Roman" pitchFamily="18" charset="0"/>
              </a:rPr>
              <a:t>      </a:t>
            </a:r>
            <a:r>
              <a:rPr lang="en-US" dirty="0" err="1">
                <a:latin typeface="Consolas" pitchFamily="49" charset="0"/>
                <a:cs typeface="Times New Roman" pitchFamily="18" charset="0"/>
              </a:rPr>
              <a:t>System.out.println</a:t>
            </a:r>
            <a:r>
              <a:rPr lang="en-US" dirty="0">
                <a:latin typeface="Consolas" pitchFamily="49" charset="0"/>
                <a:cs typeface="Times New Roman" pitchFamily="18" charset="0"/>
              </a:rPr>
              <a:t>(“X is: “+</a:t>
            </a:r>
            <a:r>
              <a:rPr lang="en-US" dirty="0" err="1">
                <a:latin typeface="Consolas" pitchFamily="49" charset="0"/>
                <a:cs typeface="Times New Roman" pitchFamily="18" charset="0"/>
              </a:rPr>
              <a:t>P.currentX</a:t>
            </a:r>
            <a:r>
              <a:rPr lang="en-US" dirty="0">
                <a:latin typeface="Consolas" pitchFamily="49" charset="0"/>
                <a:cs typeface="Times New Roman" pitchFamily="18" charset="0"/>
              </a:rPr>
              <a:t>());</a:t>
            </a:r>
          </a:p>
          <a:p>
            <a:r>
              <a:rPr lang="en-US" dirty="0">
                <a:latin typeface="Consolas" pitchFamily="49" charset="0"/>
                <a:cs typeface="Times New Roman" pitchFamily="18" charset="0"/>
              </a:rPr>
              <a:t>      </a:t>
            </a:r>
            <a:r>
              <a:rPr lang="en-US" dirty="0" err="1">
                <a:latin typeface="Consolas" pitchFamily="49" charset="0"/>
                <a:cs typeface="Times New Roman" pitchFamily="18" charset="0"/>
              </a:rPr>
              <a:t>System.out.println</a:t>
            </a:r>
            <a:r>
              <a:rPr lang="en-US" dirty="0">
                <a:latin typeface="Consolas" pitchFamily="49" charset="0"/>
                <a:cs typeface="Times New Roman" pitchFamily="18" charset="0"/>
              </a:rPr>
              <a:t>(“Y is: “+</a:t>
            </a:r>
            <a:r>
              <a:rPr lang="en-US" dirty="0" err="1">
                <a:latin typeface="Consolas" pitchFamily="49" charset="0"/>
                <a:cs typeface="Times New Roman" pitchFamily="18" charset="0"/>
              </a:rPr>
              <a:t>Y.currentX</a:t>
            </a:r>
            <a:r>
              <a:rPr lang="en-US" dirty="0">
                <a:latin typeface="Consolas" pitchFamily="49" charset="0"/>
                <a:cs typeface="Times New Roman" pitchFamily="18" charset="0"/>
              </a:rPr>
              <a:t>());</a:t>
            </a:r>
          </a:p>
          <a:p>
            <a:r>
              <a:rPr lang="en-US" dirty="0">
                <a:latin typeface="Consolas" pitchFamily="49" charset="0"/>
                <a:cs typeface="Times New Roman" pitchFamily="18" charset="0"/>
              </a:rPr>
              <a:t> }</a:t>
            </a:r>
          </a:p>
          <a:p>
            <a:r>
              <a:rPr lang="en-US" dirty="0">
                <a:latin typeface="Consolas" pitchFamily="49" charset="0"/>
                <a:cs typeface="Times New Roman" pitchFamily="18" charset="0"/>
              </a:rPr>
              <a:t>} </a:t>
            </a: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algn="ctr" eaLnBrk="1" fontAlgn="auto" hangingPunct="1">
              <a:spcAft>
                <a:spcPts val="0"/>
              </a:spcAft>
              <a:defRPr/>
            </a:pPr>
            <a:r>
              <a:rPr lang="en-US" sz="4400" b="1" dirty="0">
                <a:solidFill>
                  <a:srgbClr val="024069"/>
                </a:solidFill>
                <a:cs typeface="Times New Roman" pitchFamily="18" charset="0"/>
              </a:rPr>
              <a:t>Object-Oriented Style</a:t>
            </a:r>
          </a:p>
        </p:txBody>
      </p:sp>
      <p:sp>
        <p:nvSpPr>
          <p:cNvPr id="15363" name="Rectangle 3"/>
          <p:cNvSpPr>
            <a:spLocks noGrp="1" noChangeArrowheads="1"/>
          </p:cNvSpPr>
          <p:nvPr>
            <p:ph sz="quarter" idx="1"/>
          </p:nvPr>
        </p:nvSpPr>
        <p:spPr>
          <a:xfrm>
            <a:off x="457200" y="1066800"/>
            <a:ext cx="8305800" cy="5407025"/>
          </a:xfrm>
        </p:spPr>
        <p:txBody>
          <a:bodyPr/>
          <a:lstStyle/>
          <a:p>
            <a:pPr eaLnBrk="1" hangingPunct="1">
              <a:buFont typeface="Wingdings" pitchFamily="2" charset="2"/>
              <a:buChar char="ü"/>
            </a:pPr>
            <a:r>
              <a:rPr lang="en-US" sz="2800" dirty="0"/>
              <a:t>Solve problems using objects: little bundles of data that know how to do things to themselves</a:t>
            </a:r>
          </a:p>
          <a:p>
            <a:pPr eaLnBrk="1" hangingPunct="1">
              <a:buFont typeface="Wingdings" pitchFamily="2" charset="2"/>
              <a:buNone/>
            </a:pPr>
            <a:endParaRPr lang="en-US" sz="2800" dirty="0"/>
          </a:p>
          <a:p>
            <a:pPr eaLnBrk="1" hangingPunct="1">
              <a:buFont typeface="Wingdings" pitchFamily="2" charset="2"/>
              <a:buChar char="ü"/>
            </a:pPr>
            <a:r>
              <a:rPr lang="en-US" sz="2800" dirty="0"/>
              <a:t>Not the computer knows how to move the point, but rather the point knows how to move itself</a:t>
            </a:r>
          </a:p>
          <a:p>
            <a:pPr eaLnBrk="1" hangingPunct="1">
              <a:buFont typeface="Wingdings" pitchFamily="2" charset="2"/>
              <a:buNone/>
            </a:pPr>
            <a:endParaRPr lang="en-US" sz="2800" dirty="0"/>
          </a:p>
          <a:p>
            <a:pPr eaLnBrk="1" hangingPunct="1">
              <a:buFont typeface="Wingdings" pitchFamily="2" charset="2"/>
              <a:buChar char="ü"/>
            </a:pPr>
            <a:r>
              <a:rPr lang="en-US" sz="2800" dirty="0"/>
              <a:t>Object-oriented languages make this way of thinking and programming easier</a:t>
            </a: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algn="ctr" eaLnBrk="1" fontAlgn="auto" hangingPunct="1">
              <a:spcAft>
                <a:spcPts val="0"/>
              </a:spcAft>
              <a:defRPr/>
            </a:pPr>
            <a:r>
              <a:rPr lang="en-US" sz="4400" b="1" dirty="0">
                <a:solidFill>
                  <a:srgbClr val="024069"/>
                </a:solidFill>
                <a:cs typeface="Times New Roman" pitchFamily="18" charset="0"/>
              </a:rPr>
              <a:t>A Simple Example</a:t>
            </a:r>
          </a:p>
        </p:txBody>
      </p:sp>
      <p:sp>
        <p:nvSpPr>
          <p:cNvPr id="19459" name="Rectangle 3"/>
          <p:cNvSpPr>
            <a:spLocks noGrp="1" noChangeArrowheads="1"/>
          </p:cNvSpPr>
          <p:nvPr>
            <p:ph sz="quarter" idx="1"/>
          </p:nvPr>
        </p:nvSpPr>
        <p:spPr/>
        <p:txBody>
          <a:bodyPr>
            <a:normAutofit/>
          </a:bodyPr>
          <a:lstStyle/>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class Box</a:t>
            </a: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a:t>
            </a: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	double width;</a:t>
            </a: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	double height;</a:t>
            </a: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	double depth;</a:t>
            </a: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a:t>
            </a:r>
          </a:p>
        </p:txBody>
      </p:sp>
      <p:sp>
        <p:nvSpPr>
          <p:cNvPr id="19460" name="Rectangle 4"/>
          <p:cNvSpPr>
            <a:spLocks noGrp="1" noChangeArrowheads="1"/>
          </p:cNvSpPr>
          <p:nvPr>
            <p:ph sz="quarter" idx="2"/>
          </p:nvPr>
        </p:nvSpPr>
        <p:spPr>
          <a:xfrm>
            <a:off x="3352800" y="1600200"/>
            <a:ext cx="5334000" cy="4953000"/>
          </a:xfrm>
        </p:spPr>
        <p:txBody>
          <a:bodyPr>
            <a:normAutofit/>
          </a:bodyPr>
          <a:lstStyle/>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class </a:t>
            </a:r>
            <a:r>
              <a:rPr lang="en-US" sz="1600" dirty="0" err="1">
                <a:latin typeface="Consolas" pitchFamily="49" charset="0"/>
              </a:rPr>
              <a:t>BoxDemo</a:t>
            </a:r>
            <a:endParaRPr lang="en-US" sz="1600" dirty="0">
              <a:latin typeface="Consolas" pitchFamily="49" charset="0"/>
            </a:endParaRP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a:t>
            </a: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	public static void main( String </a:t>
            </a:r>
            <a:r>
              <a:rPr lang="en-US" sz="1600" dirty="0" err="1">
                <a:latin typeface="Consolas" pitchFamily="49" charset="0"/>
              </a:rPr>
              <a:t>args</a:t>
            </a:r>
            <a:r>
              <a:rPr lang="en-US" sz="1600" dirty="0">
                <a:latin typeface="Consolas" pitchFamily="49" charset="0"/>
              </a:rPr>
              <a:t>[])</a:t>
            </a: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	{</a:t>
            </a: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		Box </a:t>
            </a:r>
            <a:r>
              <a:rPr lang="en-US" sz="1600" dirty="0" err="1">
                <a:latin typeface="Consolas" pitchFamily="49" charset="0"/>
              </a:rPr>
              <a:t>mybox</a:t>
            </a:r>
            <a:r>
              <a:rPr lang="en-US" sz="1600" dirty="0">
                <a:latin typeface="Consolas" pitchFamily="49" charset="0"/>
              </a:rPr>
              <a:t>, mybox1;</a:t>
            </a: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		</a:t>
            </a:r>
            <a:r>
              <a:rPr lang="en-US" sz="1600" dirty="0" err="1">
                <a:latin typeface="Consolas" pitchFamily="49" charset="0"/>
              </a:rPr>
              <a:t>mybox</a:t>
            </a:r>
            <a:r>
              <a:rPr lang="en-US" sz="1600" dirty="0">
                <a:latin typeface="Consolas" pitchFamily="49" charset="0"/>
              </a:rPr>
              <a:t> = new Box();</a:t>
            </a: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		mybox1 = new Box();</a:t>
            </a: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		</a:t>
            </a: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		</a:t>
            </a:r>
            <a:r>
              <a:rPr lang="en-US" sz="1600" dirty="0" err="1">
                <a:latin typeface="Consolas" pitchFamily="49" charset="0"/>
              </a:rPr>
              <a:t>mybox.width</a:t>
            </a:r>
            <a:r>
              <a:rPr lang="en-US" sz="1600" dirty="0">
                <a:latin typeface="Consolas" pitchFamily="49" charset="0"/>
              </a:rPr>
              <a:t>=10;</a:t>
            </a: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		</a:t>
            </a:r>
            <a:r>
              <a:rPr lang="en-US" sz="1600" dirty="0" err="1">
                <a:latin typeface="Consolas" pitchFamily="49" charset="0"/>
              </a:rPr>
              <a:t>mybox.height</a:t>
            </a:r>
            <a:r>
              <a:rPr lang="en-US" sz="1600" dirty="0">
                <a:latin typeface="Consolas" pitchFamily="49" charset="0"/>
              </a:rPr>
              <a:t> = 20;</a:t>
            </a: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		</a:t>
            </a:r>
            <a:r>
              <a:rPr lang="en-US" sz="1600" dirty="0" err="1">
                <a:latin typeface="Consolas" pitchFamily="49" charset="0"/>
              </a:rPr>
              <a:t>mybox</a:t>
            </a:r>
            <a:r>
              <a:rPr lang="en-US" sz="1600" dirty="0">
                <a:latin typeface="Consolas" pitchFamily="49" charset="0"/>
              </a:rPr>
              <a:t>. depth = 15;</a:t>
            </a:r>
          </a:p>
          <a:p>
            <a:pPr marL="274320" indent="-274320" eaLnBrk="1" fontAlgn="auto" hangingPunct="1">
              <a:lnSpc>
                <a:spcPct val="90000"/>
              </a:lnSpc>
              <a:spcAft>
                <a:spcPts val="0"/>
              </a:spcAft>
              <a:buFont typeface="Wingdings" pitchFamily="2" charset="2"/>
              <a:buNone/>
              <a:defRPr/>
            </a:pPr>
            <a:endParaRPr lang="en-US" sz="1600" dirty="0">
              <a:latin typeface="Consolas" pitchFamily="49" charset="0"/>
            </a:endParaRP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		mybox1.width = 10;</a:t>
            </a: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		mybox1.height = 25;</a:t>
            </a: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		mybox1.depth=5;</a:t>
            </a: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	}</a:t>
            </a: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a:t>
            </a:r>
          </a:p>
          <a:p>
            <a:pPr marL="274320" indent="-274320" eaLnBrk="1" fontAlgn="auto" hangingPunct="1">
              <a:lnSpc>
                <a:spcPct val="90000"/>
              </a:lnSpc>
              <a:spcAft>
                <a:spcPts val="0"/>
              </a:spcAft>
              <a:buFont typeface="Wingdings" pitchFamily="2" charset="2"/>
              <a:buNone/>
              <a:defRPr/>
            </a:pPr>
            <a:endParaRPr lang="en-US" sz="2000" dirty="0">
              <a:latin typeface="Consolas" pitchFamily="49" charset="0"/>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algn="ctr" eaLnBrk="1" fontAlgn="auto" hangingPunct="1">
              <a:spcAft>
                <a:spcPts val="0"/>
              </a:spcAft>
              <a:defRPr/>
            </a:pPr>
            <a:r>
              <a:rPr lang="en-US" sz="4400" b="1" dirty="0">
                <a:solidFill>
                  <a:srgbClr val="024069"/>
                </a:solidFill>
                <a:cs typeface="Times New Roman" pitchFamily="18" charset="0"/>
              </a:rPr>
              <a:t>Creating Objects</a:t>
            </a:r>
          </a:p>
        </p:txBody>
      </p:sp>
      <p:sp>
        <p:nvSpPr>
          <p:cNvPr id="17411" name="Rectangle 3"/>
          <p:cNvSpPr>
            <a:spLocks noGrp="1" noChangeArrowheads="1"/>
          </p:cNvSpPr>
          <p:nvPr>
            <p:ph sz="quarter" idx="1"/>
          </p:nvPr>
        </p:nvSpPr>
        <p:spPr>
          <a:xfrm>
            <a:off x="228600" y="1600200"/>
            <a:ext cx="8686800" cy="5029200"/>
          </a:xfrm>
        </p:spPr>
        <p:txBody>
          <a:bodyPr/>
          <a:lstStyle/>
          <a:p>
            <a:pPr eaLnBrk="1" hangingPunct="1">
              <a:buFont typeface="Wingdings" pitchFamily="2" charset="2"/>
              <a:buChar char="ü"/>
            </a:pPr>
            <a:r>
              <a:rPr lang="en-US" sz="2400" dirty="0"/>
              <a:t>Obtaining objects of a class is two steps process:</a:t>
            </a:r>
          </a:p>
          <a:p>
            <a:pPr eaLnBrk="1" hangingPunct="1">
              <a:buFont typeface="Wingdings" pitchFamily="2" charset="2"/>
              <a:buNone/>
            </a:pPr>
            <a:r>
              <a:rPr lang="en-US" sz="2400" dirty="0"/>
              <a:t>	1. Declare a variable of the class type.</a:t>
            </a:r>
          </a:p>
          <a:p>
            <a:pPr eaLnBrk="1" hangingPunct="1">
              <a:buFont typeface="Wingdings" pitchFamily="2" charset="2"/>
              <a:buNone/>
            </a:pPr>
            <a:r>
              <a:rPr lang="en-US" sz="2400" dirty="0"/>
              <a:t>	2. Acquire an actual, physical copy of the object and assign it to that variable.</a:t>
            </a:r>
          </a:p>
          <a:p>
            <a:pPr eaLnBrk="1" hangingPunct="1">
              <a:buFont typeface="Wingdings" pitchFamily="2" charset="2"/>
              <a:buChar char="ü"/>
            </a:pPr>
            <a:r>
              <a:rPr lang="en-US" sz="2400" dirty="0"/>
              <a:t> To allocate a physical memory </a:t>
            </a:r>
            <a:r>
              <a:rPr lang="en-US" sz="2400" b="1" dirty="0"/>
              <a:t>new() </a:t>
            </a:r>
            <a:r>
              <a:rPr lang="en-US" sz="2400" dirty="0"/>
              <a:t>is used. It dynamically allocates memory for an object and returns a reference to it.</a:t>
            </a:r>
          </a:p>
          <a:p>
            <a:pPr eaLnBrk="1" hangingPunct="1">
              <a:buFont typeface="Wingdings" pitchFamily="2" charset="2"/>
              <a:buChar char="ü"/>
            </a:pPr>
            <a:r>
              <a:rPr lang="en-US" sz="2400" dirty="0"/>
              <a:t>In Java, all class objects must be dynamically allocated.</a:t>
            </a:r>
          </a:p>
          <a:p>
            <a:pPr eaLnBrk="1" hangingPunct="1">
              <a:buFont typeface="Wingdings" pitchFamily="2" charset="2"/>
              <a:buChar char="ü"/>
            </a:pPr>
            <a:r>
              <a:rPr lang="en-US" sz="2400" dirty="0"/>
              <a:t>General form:</a:t>
            </a:r>
          </a:p>
          <a:p>
            <a:pPr eaLnBrk="1" hangingPunct="1">
              <a:buFont typeface="Wingdings" pitchFamily="2" charset="2"/>
              <a:buNone/>
            </a:pPr>
            <a:r>
              <a:rPr lang="en-US" sz="2400" dirty="0"/>
              <a:t>		</a:t>
            </a:r>
            <a:r>
              <a:rPr lang="en-US" sz="2400" b="1" i="1"/>
              <a:t>classname </a:t>
            </a:r>
            <a:r>
              <a:rPr lang="en-US" sz="2400" b="1" i="1" dirty="0" err="1"/>
              <a:t>variableName</a:t>
            </a:r>
            <a:r>
              <a:rPr lang="en-US" sz="2400" b="1" i="1" dirty="0"/>
              <a:t> = new </a:t>
            </a:r>
            <a:r>
              <a:rPr lang="en-US" sz="2400" b="1" i="1" dirty="0" err="1"/>
              <a:t>classname</a:t>
            </a:r>
            <a:r>
              <a:rPr lang="en-US" sz="2400" b="1" i="1" dirty="0"/>
              <a:t>();</a:t>
            </a:r>
          </a:p>
          <a:p>
            <a:pPr eaLnBrk="1" hangingPunct="1">
              <a:buFont typeface="Wingdings" pitchFamily="2" charset="2"/>
              <a:buNone/>
            </a:pPr>
            <a:endParaRPr lang="en-US" sz="2400" b="1"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algn="ctr" eaLnBrk="1" fontAlgn="auto" hangingPunct="1">
              <a:spcAft>
                <a:spcPts val="0"/>
              </a:spcAft>
              <a:defRPr/>
            </a:pPr>
            <a:r>
              <a:rPr lang="en-US" sz="4400" b="1" dirty="0">
                <a:solidFill>
                  <a:srgbClr val="024069"/>
                </a:solidFill>
                <a:cs typeface="Times New Roman" pitchFamily="18" charset="0"/>
              </a:rPr>
              <a:t>A Closer Look at New</a:t>
            </a:r>
          </a:p>
        </p:txBody>
      </p:sp>
      <p:sp>
        <p:nvSpPr>
          <p:cNvPr id="18435" name="Rectangle 6"/>
          <p:cNvSpPr>
            <a:spLocks noGrp="1" noChangeArrowheads="1"/>
          </p:cNvSpPr>
          <p:nvPr>
            <p:ph sz="quarter" idx="1"/>
          </p:nvPr>
        </p:nvSpPr>
        <p:spPr>
          <a:xfrm>
            <a:off x="914400" y="1600200"/>
            <a:ext cx="7924800" cy="4953000"/>
          </a:xfrm>
        </p:spPr>
        <p:txBody>
          <a:bodyPr/>
          <a:lstStyle/>
          <a:p>
            <a:pPr eaLnBrk="1" hangingPunct="1">
              <a:buFont typeface="Wingdings" pitchFamily="2" charset="2"/>
              <a:buChar char="ü"/>
            </a:pPr>
            <a:r>
              <a:rPr lang="en-US" dirty="0">
                <a:latin typeface="Times New Roman" pitchFamily="18" charset="0"/>
              </a:rPr>
              <a:t>Box </a:t>
            </a:r>
            <a:r>
              <a:rPr lang="en-US" dirty="0" err="1">
                <a:latin typeface="Times New Roman" pitchFamily="18" charset="0"/>
              </a:rPr>
              <a:t>mybox</a:t>
            </a:r>
            <a:r>
              <a:rPr lang="en-US" dirty="0">
                <a:latin typeface="Times New Roman" pitchFamily="18" charset="0"/>
              </a:rPr>
              <a:t>;	</a:t>
            </a:r>
          </a:p>
          <a:p>
            <a:pPr eaLnBrk="1" hangingPunct="1">
              <a:buFont typeface="Wingdings" pitchFamily="2" charset="2"/>
              <a:buNone/>
            </a:pPr>
            <a:r>
              <a:rPr lang="en-US" dirty="0">
                <a:latin typeface="Times New Roman" pitchFamily="18" charset="0"/>
              </a:rPr>
              <a:t>	</a:t>
            </a:r>
            <a:r>
              <a:rPr lang="en-US" dirty="0" err="1">
                <a:latin typeface="Times New Roman" pitchFamily="18" charset="0"/>
              </a:rPr>
              <a:t>mybox</a:t>
            </a:r>
            <a:r>
              <a:rPr lang="en-US" dirty="0">
                <a:latin typeface="Times New Roman" pitchFamily="18" charset="0"/>
              </a:rPr>
              <a:t> = new Box();</a:t>
            </a:r>
          </a:p>
          <a:p>
            <a:pPr eaLnBrk="1" hangingPunct="1">
              <a:buFont typeface="Wingdings" pitchFamily="2" charset="2"/>
              <a:buNone/>
            </a:pPr>
            <a:endParaRPr lang="en-US" dirty="0">
              <a:latin typeface="Times New Roman" pitchFamily="18" charset="0"/>
            </a:endParaRPr>
          </a:p>
          <a:p>
            <a:pPr eaLnBrk="1" hangingPunct="1">
              <a:buFont typeface="Wingdings" pitchFamily="2" charset="2"/>
              <a:buNone/>
            </a:pPr>
            <a:endParaRPr lang="en-US" dirty="0">
              <a:latin typeface="Times New Roman" pitchFamily="18" charset="0"/>
            </a:endParaRPr>
          </a:p>
          <a:p>
            <a:pPr eaLnBrk="1" hangingPunct="1">
              <a:buFont typeface="Wingdings" pitchFamily="2" charset="2"/>
              <a:buNone/>
            </a:pPr>
            <a:endParaRPr lang="en-US" dirty="0">
              <a:latin typeface="Times New Roman" pitchFamily="18" charset="0"/>
            </a:endParaRPr>
          </a:p>
          <a:p>
            <a:pPr eaLnBrk="1" hangingPunct="1">
              <a:buFont typeface="Wingdings" pitchFamily="2" charset="2"/>
              <a:buNone/>
            </a:pPr>
            <a:endParaRPr lang="en-US" dirty="0">
              <a:latin typeface="Times New Roman" pitchFamily="18" charset="0"/>
            </a:endParaRPr>
          </a:p>
          <a:p>
            <a:pPr eaLnBrk="1" hangingPunct="1">
              <a:buFont typeface="Wingdings" pitchFamily="2" charset="2"/>
              <a:buNone/>
            </a:pPr>
            <a:endParaRPr lang="en-US" dirty="0">
              <a:latin typeface="Times New Roman" pitchFamily="18" charset="0"/>
            </a:endParaRPr>
          </a:p>
          <a:p>
            <a:pPr eaLnBrk="1" hangingPunct="1">
              <a:buFont typeface="Wingdings" pitchFamily="2" charset="2"/>
              <a:buChar char="ü"/>
            </a:pPr>
            <a:r>
              <a:rPr lang="en-US" dirty="0">
                <a:latin typeface="Times New Roman" pitchFamily="18" charset="0"/>
              </a:rPr>
              <a:t>Box b1 = new Box();</a:t>
            </a:r>
          </a:p>
          <a:p>
            <a:pPr eaLnBrk="1" hangingPunct="1">
              <a:buFont typeface="Wingdings" pitchFamily="2" charset="2"/>
              <a:buNone/>
            </a:pPr>
            <a:r>
              <a:rPr lang="en-US" dirty="0">
                <a:latin typeface="Times New Roman" pitchFamily="18" charset="0"/>
              </a:rPr>
              <a:t>	Box b2 = b1;	</a:t>
            </a:r>
          </a:p>
        </p:txBody>
      </p:sp>
      <p:sp>
        <p:nvSpPr>
          <p:cNvPr id="18436" name="Rectangle 7"/>
          <p:cNvSpPr>
            <a:spLocks noChangeArrowheads="1"/>
          </p:cNvSpPr>
          <p:nvPr/>
        </p:nvSpPr>
        <p:spPr bwMode="auto">
          <a:xfrm>
            <a:off x="4800600" y="1752600"/>
            <a:ext cx="1143000" cy="457200"/>
          </a:xfrm>
          <a:prstGeom prst="rect">
            <a:avLst/>
          </a:prstGeom>
          <a:solidFill>
            <a:schemeClr val="bg1"/>
          </a:solidFill>
          <a:ln w="9525">
            <a:solidFill>
              <a:schemeClr val="tx1"/>
            </a:solidFill>
            <a:miter lim="800000"/>
            <a:headEnd/>
            <a:tailEnd/>
          </a:ln>
        </p:spPr>
        <p:txBody>
          <a:bodyPr wrap="none" anchor="ctr"/>
          <a:lstStyle/>
          <a:p>
            <a:pPr algn="ctr"/>
            <a:r>
              <a:rPr lang="en-US">
                <a:latin typeface="Times New Roman" pitchFamily="18" charset="0"/>
              </a:rPr>
              <a:t>null</a:t>
            </a:r>
          </a:p>
        </p:txBody>
      </p:sp>
      <p:sp>
        <p:nvSpPr>
          <p:cNvPr id="18437" name="Text Box 8"/>
          <p:cNvSpPr txBox="1">
            <a:spLocks noChangeArrowheads="1"/>
          </p:cNvSpPr>
          <p:nvPr/>
        </p:nvSpPr>
        <p:spPr bwMode="auto">
          <a:xfrm>
            <a:off x="6248400" y="1752600"/>
            <a:ext cx="1066800" cy="366713"/>
          </a:xfrm>
          <a:prstGeom prst="rect">
            <a:avLst/>
          </a:prstGeom>
          <a:noFill/>
          <a:ln w="9525">
            <a:noFill/>
            <a:miter lim="800000"/>
            <a:headEnd/>
            <a:tailEnd/>
          </a:ln>
        </p:spPr>
        <p:txBody>
          <a:bodyPr>
            <a:spAutoFit/>
          </a:bodyPr>
          <a:lstStyle/>
          <a:p>
            <a:pPr>
              <a:spcBef>
                <a:spcPct val="50000"/>
              </a:spcBef>
            </a:pPr>
            <a:r>
              <a:rPr lang="en-US">
                <a:latin typeface="Times New Roman" pitchFamily="18" charset="0"/>
              </a:rPr>
              <a:t>mybox</a:t>
            </a:r>
          </a:p>
        </p:txBody>
      </p:sp>
      <p:sp>
        <p:nvSpPr>
          <p:cNvPr id="18438" name="Rectangle 9"/>
          <p:cNvSpPr>
            <a:spLocks noChangeArrowheads="1"/>
          </p:cNvSpPr>
          <p:nvPr/>
        </p:nvSpPr>
        <p:spPr bwMode="auto">
          <a:xfrm>
            <a:off x="4724400" y="2514600"/>
            <a:ext cx="1143000" cy="457200"/>
          </a:xfrm>
          <a:prstGeom prst="rect">
            <a:avLst/>
          </a:prstGeom>
          <a:solidFill>
            <a:schemeClr val="bg1"/>
          </a:solidFill>
          <a:ln w="9525">
            <a:solidFill>
              <a:schemeClr val="tx1"/>
            </a:solidFill>
            <a:miter lim="800000"/>
            <a:headEnd/>
            <a:tailEnd/>
          </a:ln>
        </p:spPr>
        <p:txBody>
          <a:bodyPr wrap="none" anchor="ctr"/>
          <a:lstStyle/>
          <a:p>
            <a:pPr algn="ctr"/>
            <a:endParaRPr lang="en-US">
              <a:latin typeface="Times New Roman" pitchFamily="18" charset="0"/>
            </a:endParaRPr>
          </a:p>
        </p:txBody>
      </p:sp>
      <p:sp>
        <p:nvSpPr>
          <p:cNvPr id="18439" name="Text Box 10"/>
          <p:cNvSpPr txBox="1">
            <a:spLocks noChangeArrowheads="1"/>
          </p:cNvSpPr>
          <p:nvPr/>
        </p:nvSpPr>
        <p:spPr bwMode="auto">
          <a:xfrm>
            <a:off x="4800600" y="3138488"/>
            <a:ext cx="1066800" cy="366712"/>
          </a:xfrm>
          <a:prstGeom prst="rect">
            <a:avLst/>
          </a:prstGeom>
          <a:noFill/>
          <a:ln w="9525">
            <a:noFill/>
            <a:miter lim="800000"/>
            <a:headEnd/>
            <a:tailEnd/>
          </a:ln>
        </p:spPr>
        <p:txBody>
          <a:bodyPr>
            <a:spAutoFit/>
          </a:bodyPr>
          <a:lstStyle/>
          <a:p>
            <a:pPr>
              <a:spcBef>
                <a:spcPct val="50000"/>
              </a:spcBef>
            </a:pPr>
            <a:r>
              <a:rPr lang="en-US">
                <a:latin typeface="Times New Roman" pitchFamily="18" charset="0"/>
              </a:rPr>
              <a:t>mybox</a:t>
            </a:r>
          </a:p>
        </p:txBody>
      </p:sp>
      <p:sp>
        <p:nvSpPr>
          <p:cNvPr id="18440" name="Rectangle 11"/>
          <p:cNvSpPr>
            <a:spLocks noChangeArrowheads="1"/>
          </p:cNvSpPr>
          <p:nvPr/>
        </p:nvSpPr>
        <p:spPr bwMode="auto">
          <a:xfrm>
            <a:off x="6324600" y="2514600"/>
            <a:ext cx="1752600" cy="457200"/>
          </a:xfrm>
          <a:prstGeom prst="rect">
            <a:avLst/>
          </a:prstGeom>
          <a:solidFill>
            <a:schemeClr val="bg1"/>
          </a:solidFill>
          <a:ln w="9525">
            <a:solidFill>
              <a:schemeClr val="tx1"/>
            </a:solidFill>
            <a:miter lim="800000"/>
            <a:headEnd/>
            <a:tailEnd/>
          </a:ln>
        </p:spPr>
        <p:txBody>
          <a:bodyPr wrap="none" anchor="ctr"/>
          <a:lstStyle/>
          <a:p>
            <a:pPr algn="ctr"/>
            <a:r>
              <a:rPr lang="en-US">
                <a:latin typeface="Times New Roman" pitchFamily="18" charset="0"/>
              </a:rPr>
              <a:t>Width</a:t>
            </a:r>
          </a:p>
        </p:txBody>
      </p:sp>
      <p:sp>
        <p:nvSpPr>
          <p:cNvPr id="18441" name="Rectangle 12"/>
          <p:cNvSpPr>
            <a:spLocks noChangeArrowheads="1"/>
          </p:cNvSpPr>
          <p:nvPr/>
        </p:nvSpPr>
        <p:spPr bwMode="auto">
          <a:xfrm>
            <a:off x="6324600" y="2971800"/>
            <a:ext cx="1752600" cy="457200"/>
          </a:xfrm>
          <a:prstGeom prst="rect">
            <a:avLst/>
          </a:prstGeom>
          <a:solidFill>
            <a:schemeClr val="bg1"/>
          </a:solidFill>
          <a:ln w="9525">
            <a:solidFill>
              <a:schemeClr val="tx1"/>
            </a:solidFill>
            <a:miter lim="800000"/>
            <a:headEnd/>
            <a:tailEnd/>
          </a:ln>
        </p:spPr>
        <p:txBody>
          <a:bodyPr wrap="none" anchor="ctr"/>
          <a:lstStyle/>
          <a:p>
            <a:pPr algn="ctr"/>
            <a:r>
              <a:rPr lang="en-US">
                <a:latin typeface="Times New Roman" pitchFamily="18" charset="0"/>
              </a:rPr>
              <a:t>Height</a:t>
            </a:r>
          </a:p>
        </p:txBody>
      </p:sp>
      <p:sp>
        <p:nvSpPr>
          <p:cNvPr id="18442" name="Rectangle 13"/>
          <p:cNvSpPr>
            <a:spLocks noChangeArrowheads="1"/>
          </p:cNvSpPr>
          <p:nvPr/>
        </p:nvSpPr>
        <p:spPr bwMode="auto">
          <a:xfrm>
            <a:off x="6324600" y="3429000"/>
            <a:ext cx="1752600" cy="457200"/>
          </a:xfrm>
          <a:prstGeom prst="rect">
            <a:avLst/>
          </a:prstGeom>
          <a:solidFill>
            <a:schemeClr val="bg1"/>
          </a:solidFill>
          <a:ln w="9525">
            <a:solidFill>
              <a:schemeClr val="tx1"/>
            </a:solidFill>
            <a:miter lim="800000"/>
            <a:headEnd/>
            <a:tailEnd/>
          </a:ln>
        </p:spPr>
        <p:txBody>
          <a:bodyPr wrap="none" anchor="ctr"/>
          <a:lstStyle/>
          <a:p>
            <a:pPr algn="ctr"/>
            <a:r>
              <a:rPr lang="en-US">
                <a:latin typeface="Times New Roman" pitchFamily="18" charset="0"/>
              </a:rPr>
              <a:t>Depth</a:t>
            </a:r>
          </a:p>
        </p:txBody>
      </p:sp>
      <p:sp>
        <p:nvSpPr>
          <p:cNvPr id="18443" name="Line 14"/>
          <p:cNvSpPr>
            <a:spLocks noChangeShapeType="1"/>
          </p:cNvSpPr>
          <p:nvPr/>
        </p:nvSpPr>
        <p:spPr bwMode="auto">
          <a:xfrm>
            <a:off x="5410200" y="2743200"/>
            <a:ext cx="914400" cy="0"/>
          </a:xfrm>
          <a:prstGeom prst="line">
            <a:avLst/>
          </a:prstGeom>
          <a:noFill/>
          <a:ln w="9525">
            <a:solidFill>
              <a:schemeClr val="tx1"/>
            </a:solidFill>
            <a:round/>
            <a:headEnd/>
            <a:tailEnd type="triangle" w="med" len="med"/>
          </a:ln>
        </p:spPr>
        <p:txBody>
          <a:bodyPr/>
          <a:lstStyle/>
          <a:p>
            <a:endParaRPr lang="en-US"/>
          </a:p>
        </p:txBody>
      </p:sp>
      <p:sp>
        <p:nvSpPr>
          <p:cNvPr id="18444" name="Line 15"/>
          <p:cNvSpPr>
            <a:spLocks noChangeShapeType="1"/>
          </p:cNvSpPr>
          <p:nvPr/>
        </p:nvSpPr>
        <p:spPr bwMode="auto">
          <a:xfrm flipV="1">
            <a:off x="2514600" y="2438400"/>
            <a:ext cx="1143000" cy="914400"/>
          </a:xfrm>
          <a:prstGeom prst="line">
            <a:avLst/>
          </a:prstGeom>
          <a:noFill/>
          <a:ln w="9525">
            <a:solidFill>
              <a:schemeClr val="tx1"/>
            </a:solidFill>
            <a:round/>
            <a:headEnd/>
            <a:tailEnd type="triangle" w="med" len="med"/>
          </a:ln>
        </p:spPr>
        <p:txBody>
          <a:bodyPr/>
          <a:lstStyle/>
          <a:p>
            <a:endParaRPr lang="en-US"/>
          </a:p>
        </p:txBody>
      </p:sp>
      <p:sp>
        <p:nvSpPr>
          <p:cNvPr id="18445" name="Text Box 16"/>
          <p:cNvSpPr txBox="1">
            <a:spLocks noChangeArrowheads="1"/>
          </p:cNvSpPr>
          <p:nvPr/>
        </p:nvSpPr>
        <p:spPr bwMode="auto">
          <a:xfrm>
            <a:off x="1143000" y="3505200"/>
            <a:ext cx="3886200" cy="915988"/>
          </a:xfrm>
          <a:prstGeom prst="rect">
            <a:avLst/>
          </a:prstGeom>
          <a:noFill/>
          <a:ln w="9525">
            <a:noFill/>
            <a:miter lim="800000"/>
            <a:headEnd/>
            <a:tailEnd/>
          </a:ln>
        </p:spPr>
        <p:txBody>
          <a:bodyPr>
            <a:spAutoFit/>
          </a:bodyPr>
          <a:lstStyle/>
          <a:p>
            <a:pPr>
              <a:spcBef>
                <a:spcPct val="50000"/>
              </a:spcBef>
            </a:pPr>
            <a:r>
              <a:rPr lang="en-US" dirty="0">
                <a:latin typeface="Times New Roman" pitchFamily="18" charset="0"/>
              </a:rPr>
              <a:t>Call to the default constructor defined by the compiler. It initializes the instance variables to 0.</a:t>
            </a:r>
          </a:p>
        </p:txBody>
      </p:sp>
      <p:sp>
        <p:nvSpPr>
          <p:cNvPr id="18446" name="Rectangle 17"/>
          <p:cNvSpPr>
            <a:spLocks noChangeArrowheads="1"/>
          </p:cNvSpPr>
          <p:nvPr/>
        </p:nvSpPr>
        <p:spPr bwMode="auto">
          <a:xfrm>
            <a:off x="6477000" y="4724400"/>
            <a:ext cx="1752600" cy="457200"/>
          </a:xfrm>
          <a:prstGeom prst="rect">
            <a:avLst/>
          </a:prstGeom>
          <a:solidFill>
            <a:schemeClr val="bg1"/>
          </a:solidFill>
          <a:ln w="9525">
            <a:solidFill>
              <a:schemeClr val="tx1"/>
            </a:solidFill>
            <a:miter lim="800000"/>
            <a:headEnd/>
            <a:tailEnd/>
          </a:ln>
        </p:spPr>
        <p:txBody>
          <a:bodyPr wrap="none" anchor="ctr"/>
          <a:lstStyle/>
          <a:p>
            <a:pPr algn="ctr"/>
            <a:r>
              <a:rPr lang="en-US">
                <a:latin typeface="Times New Roman" pitchFamily="18" charset="0"/>
              </a:rPr>
              <a:t>Width</a:t>
            </a:r>
          </a:p>
        </p:txBody>
      </p:sp>
      <p:sp>
        <p:nvSpPr>
          <p:cNvPr id="18447" name="Rectangle 18"/>
          <p:cNvSpPr>
            <a:spLocks noChangeArrowheads="1"/>
          </p:cNvSpPr>
          <p:nvPr/>
        </p:nvSpPr>
        <p:spPr bwMode="auto">
          <a:xfrm>
            <a:off x="6477000" y="5181600"/>
            <a:ext cx="1752600" cy="457200"/>
          </a:xfrm>
          <a:prstGeom prst="rect">
            <a:avLst/>
          </a:prstGeom>
          <a:solidFill>
            <a:schemeClr val="bg1"/>
          </a:solidFill>
          <a:ln w="9525">
            <a:solidFill>
              <a:schemeClr val="tx1"/>
            </a:solidFill>
            <a:miter lim="800000"/>
            <a:headEnd/>
            <a:tailEnd/>
          </a:ln>
        </p:spPr>
        <p:txBody>
          <a:bodyPr wrap="none" anchor="ctr"/>
          <a:lstStyle/>
          <a:p>
            <a:pPr algn="ctr"/>
            <a:r>
              <a:rPr lang="en-US">
                <a:latin typeface="Times New Roman" pitchFamily="18" charset="0"/>
              </a:rPr>
              <a:t>Height</a:t>
            </a:r>
          </a:p>
        </p:txBody>
      </p:sp>
      <p:sp>
        <p:nvSpPr>
          <p:cNvPr id="18448" name="Rectangle 19"/>
          <p:cNvSpPr>
            <a:spLocks noChangeArrowheads="1"/>
          </p:cNvSpPr>
          <p:nvPr/>
        </p:nvSpPr>
        <p:spPr bwMode="auto">
          <a:xfrm>
            <a:off x="6477000" y="5638800"/>
            <a:ext cx="1752600" cy="457200"/>
          </a:xfrm>
          <a:prstGeom prst="rect">
            <a:avLst/>
          </a:prstGeom>
          <a:solidFill>
            <a:schemeClr val="bg1"/>
          </a:solidFill>
          <a:ln w="9525">
            <a:solidFill>
              <a:schemeClr val="tx1"/>
            </a:solidFill>
            <a:miter lim="800000"/>
            <a:headEnd/>
            <a:tailEnd/>
          </a:ln>
        </p:spPr>
        <p:txBody>
          <a:bodyPr wrap="none" anchor="ctr"/>
          <a:lstStyle/>
          <a:p>
            <a:pPr algn="ctr"/>
            <a:r>
              <a:rPr lang="en-US">
                <a:latin typeface="Times New Roman" pitchFamily="18" charset="0"/>
              </a:rPr>
              <a:t>Depth</a:t>
            </a:r>
          </a:p>
        </p:txBody>
      </p:sp>
      <p:sp>
        <p:nvSpPr>
          <p:cNvPr id="18449" name="Rectangle 20"/>
          <p:cNvSpPr>
            <a:spLocks noChangeArrowheads="1"/>
          </p:cNvSpPr>
          <p:nvPr/>
        </p:nvSpPr>
        <p:spPr bwMode="auto">
          <a:xfrm>
            <a:off x="4724400" y="4419600"/>
            <a:ext cx="1143000" cy="457200"/>
          </a:xfrm>
          <a:prstGeom prst="rect">
            <a:avLst/>
          </a:prstGeom>
          <a:solidFill>
            <a:schemeClr val="bg1"/>
          </a:solidFill>
          <a:ln w="9525">
            <a:solidFill>
              <a:schemeClr val="tx1"/>
            </a:solidFill>
            <a:miter lim="800000"/>
            <a:headEnd/>
            <a:tailEnd/>
          </a:ln>
        </p:spPr>
        <p:txBody>
          <a:bodyPr wrap="none" anchor="ctr"/>
          <a:lstStyle/>
          <a:p>
            <a:pPr algn="ctr"/>
            <a:endParaRPr lang="en-US">
              <a:latin typeface="Times New Roman" pitchFamily="18" charset="0"/>
            </a:endParaRPr>
          </a:p>
        </p:txBody>
      </p:sp>
      <p:sp>
        <p:nvSpPr>
          <p:cNvPr id="18450" name="Rectangle 21"/>
          <p:cNvSpPr>
            <a:spLocks noChangeArrowheads="1"/>
          </p:cNvSpPr>
          <p:nvPr/>
        </p:nvSpPr>
        <p:spPr bwMode="auto">
          <a:xfrm>
            <a:off x="4648200" y="5181600"/>
            <a:ext cx="1143000" cy="457200"/>
          </a:xfrm>
          <a:prstGeom prst="rect">
            <a:avLst/>
          </a:prstGeom>
          <a:solidFill>
            <a:schemeClr val="bg1"/>
          </a:solidFill>
          <a:ln w="9525">
            <a:solidFill>
              <a:schemeClr val="tx1"/>
            </a:solidFill>
            <a:miter lim="800000"/>
            <a:headEnd/>
            <a:tailEnd/>
          </a:ln>
        </p:spPr>
        <p:txBody>
          <a:bodyPr wrap="none" anchor="ctr"/>
          <a:lstStyle/>
          <a:p>
            <a:pPr algn="ctr"/>
            <a:endParaRPr lang="en-US">
              <a:latin typeface="Times New Roman" pitchFamily="18" charset="0"/>
            </a:endParaRPr>
          </a:p>
        </p:txBody>
      </p:sp>
      <p:sp>
        <p:nvSpPr>
          <p:cNvPr id="18451" name="Text Box 22"/>
          <p:cNvSpPr txBox="1">
            <a:spLocks noChangeArrowheads="1"/>
          </p:cNvSpPr>
          <p:nvPr/>
        </p:nvSpPr>
        <p:spPr bwMode="auto">
          <a:xfrm>
            <a:off x="4038600" y="4419600"/>
            <a:ext cx="533400" cy="366713"/>
          </a:xfrm>
          <a:prstGeom prst="rect">
            <a:avLst/>
          </a:prstGeom>
          <a:noFill/>
          <a:ln w="9525">
            <a:noFill/>
            <a:miter lim="800000"/>
            <a:headEnd/>
            <a:tailEnd/>
          </a:ln>
        </p:spPr>
        <p:txBody>
          <a:bodyPr>
            <a:spAutoFit/>
          </a:bodyPr>
          <a:lstStyle/>
          <a:p>
            <a:pPr>
              <a:spcBef>
                <a:spcPct val="50000"/>
              </a:spcBef>
            </a:pPr>
            <a:r>
              <a:rPr lang="en-US">
                <a:latin typeface="Times New Roman" pitchFamily="18" charset="0"/>
              </a:rPr>
              <a:t>b1</a:t>
            </a:r>
          </a:p>
        </p:txBody>
      </p:sp>
      <p:sp>
        <p:nvSpPr>
          <p:cNvPr id="18452" name="Text Box 23"/>
          <p:cNvSpPr txBox="1">
            <a:spLocks noChangeArrowheads="1"/>
          </p:cNvSpPr>
          <p:nvPr/>
        </p:nvSpPr>
        <p:spPr bwMode="auto">
          <a:xfrm>
            <a:off x="4038600" y="5272088"/>
            <a:ext cx="533400" cy="366712"/>
          </a:xfrm>
          <a:prstGeom prst="rect">
            <a:avLst/>
          </a:prstGeom>
          <a:noFill/>
          <a:ln w="9525">
            <a:noFill/>
            <a:miter lim="800000"/>
            <a:headEnd/>
            <a:tailEnd/>
          </a:ln>
        </p:spPr>
        <p:txBody>
          <a:bodyPr>
            <a:spAutoFit/>
          </a:bodyPr>
          <a:lstStyle/>
          <a:p>
            <a:pPr>
              <a:spcBef>
                <a:spcPct val="50000"/>
              </a:spcBef>
            </a:pPr>
            <a:r>
              <a:rPr lang="en-US">
                <a:latin typeface="Times New Roman" pitchFamily="18" charset="0"/>
              </a:rPr>
              <a:t>b2</a:t>
            </a:r>
          </a:p>
        </p:txBody>
      </p:sp>
      <p:sp>
        <p:nvSpPr>
          <p:cNvPr id="18453" name="Line 24"/>
          <p:cNvSpPr>
            <a:spLocks noChangeShapeType="1"/>
          </p:cNvSpPr>
          <p:nvPr/>
        </p:nvSpPr>
        <p:spPr bwMode="auto">
          <a:xfrm flipV="1">
            <a:off x="5486400" y="5029200"/>
            <a:ext cx="990600" cy="457200"/>
          </a:xfrm>
          <a:prstGeom prst="line">
            <a:avLst/>
          </a:prstGeom>
          <a:noFill/>
          <a:ln w="9525">
            <a:solidFill>
              <a:schemeClr val="tx1"/>
            </a:solidFill>
            <a:round/>
            <a:headEnd/>
            <a:tailEnd type="triangle" w="med" len="med"/>
          </a:ln>
        </p:spPr>
        <p:txBody>
          <a:bodyPr/>
          <a:lstStyle/>
          <a:p>
            <a:endParaRPr lang="en-US"/>
          </a:p>
        </p:txBody>
      </p:sp>
      <p:sp>
        <p:nvSpPr>
          <p:cNvPr id="18454" name="Line 25"/>
          <p:cNvSpPr>
            <a:spLocks noChangeShapeType="1"/>
          </p:cNvSpPr>
          <p:nvPr/>
        </p:nvSpPr>
        <p:spPr bwMode="auto">
          <a:xfrm>
            <a:off x="5562600" y="4648200"/>
            <a:ext cx="914400" cy="304800"/>
          </a:xfrm>
          <a:prstGeom prst="line">
            <a:avLst/>
          </a:prstGeom>
          <a:noFill/>
          <a:ln w="9525">
            <a:solidFill>
              <a:schemeClr val="tx1"/>
            </a:solidFill>
            <a:round/>
            <a:headEnd/>
            <a:tailEnd type="triangle" w="med" len="med"/>
          </a:ln>
        </p:spPr>
        <p:txBody>
          <a:bodyPr/>
          <a:lstStyle/>
          <a:p>
            <a:endParaRPr lang="en-US"/>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lIns="92075" tIns="46038" rIns="92075" bIns="46038"/>
          <a:lstStyle/>
          <a:p>
            <a:pPr algn="ctr" eaLnBrk="1" fontAlgn="auto" hangingPunct="1">
              <a:spcAft>
                <a:spcPts val="0"/>
              </a:spcAft>
              <a:defRPr/>
            </a:pPr>
            <a:r>
              <a:rPr lang="en-US" sz="4400" b="1" dirty="0">
                <a:solidFill>
                  <a:srgbClr val="024069"/>
                </a:solidFill>
                <a:cs typeface="Times New Roman" pitchFamily="18" charset="0"/>
              </a:rPr>
              <a:t>References</a:t>
            </a:r>
          </a:p>
        </p:txBody>
      </p:sp>
      <p:sp>
        <p:nvSpPr>
          <p:cNvPr id="19459" name="Rectangle 3"/>
          <p:cNvSpPr>
            <a:spLocks noGrp="1" noChangeArrowheads="1"/>
          </p:cNvSpPr>
          <p:nvPr>
            <p:ph sz="quarter" idx="1"/>
          </p:nvPr>
        </p:nvSpPr>
        <p:spPr>
          <a:xfrm>
            <a:off x="457200" y="1066800"/>
            <a:ext cx="8458200" cy="5029200"/>
          </a:xfrm>
        </p:spPr>
        <p:txBody>
          <a:bodyPr lIns="92075" tIns="46038" rIns="92075" bIns="46038"/>
          <a:lstStyle/>
          <a:p>
            <a:pPr eaLnBrk="1" hangingPunct="1">
              <a:spcBef>
                <a:spcPct val="70000"/>
              </a:spcBef>
              <a:buFont typeface="Wingdings" pitchFamily="2" charset="2"/>
              <a:buChar char="ü"/>
            </a:pPr>
            <a:r>
              <a:rPr lang="en-US" dirty="0">
                <a:latin typeface="Times New Roman" pitchFamily="18" charset="0"/>
              </a:rPr>
              <a:t>An reference variable holds the memory address.</a:t>
            </a:r>
          </a:p>
          <a:p>
            <a:pPr eaLnBrk="1" hangingPunct="1">
              <a:spcBef>
                <a:spcPct val="70000"/>
              </a:spcBef>
              <a:buFont typeface="Wingdings" pitchFamily="2" charset="2"/>
              <a:buChar char="ü"/>
            </a:pPr>
            <a:r>
              <a:rPr lang="en-US" dirty="0">
                <a:latin typeface="Times New Roman" pitchFamily="18" charset="0"/>
              </a:rPr>
              <a:t>It is similar to the pointer.</a:t>
            </a:r>
          </a:p>
          <a:p>
            <a:pPr eaLnBrk="1" hangingPunct="1">
              <a:spcBef>
                <a:spcPct val="70000"/>
              </a:spcBef>
              <a:buFont typeface="Wingdings" pitchFamily="2" charset="2"/>
              <a:buChar char="ü"/>
            </a:pPr>
            <a:r>
              <a:rPr lang="en-US" dirty="0">
                <a:latin typeface="Times New Roman" pitchFamily="18" charset="0"/>
              </a:rPr>
              <a:t>Key difference- cannot manipulate as pointer– It cannot point any arbitrary memory location or it cannot be manipulate like an integer.</a:t>
            </a:r>
          </a:p>
          <a:p>
            <a:pPr eaLnBrk="1" hangingPunct="1">
              <a:spcBef>
                <a:spcPct val="70000"/>
              </a:spcBef>
              <a:buFont typeface="Wingdings" pitchFamily="2" charset="2"/>
              <a:buChar char="ü"/>
            </a:pPr>
            <a:endParaRPr lang="en-US" dirty="0">
              <a:latin typeface="Times New Roman" pitchFamily="18" charset="0"/>
            </a:endParaRP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algn="ctr" eaLnBrk="1" fontAlgn="auto" hangingPunct="1">
              <a:spcAft>
                <a:spcPts val="0"/>
              </a:spcAft>
              <a:defRPr/>
            </a:pPr>
            <a:r>
              <a:rPr lang="en-US" sz="4800" b="1" dirty="0">
                <a:solidFill>
                  <a:srgbClr val="024069"/>
                </a:solidFill>
                <a:latin typeface="+mn-lt"/>
                <a:cs typeface="Times New Roman" pitchFamily="18" charset="0"/>
              </a:rPr>
              <a:t>The null Reference</a:t>
            </a:r>
          </a:p>
        </p:txBody>
      </p:sp>
      <p:sp>
        <p:nvSpPr>
          <p:cNvPr id="35843" name="Rectangle 3"/>
          <p:cNvSpPr>
            <a:spLocks noGrp="1" noChangeArrowheads="1"/>
          </p:cNvSpPr>
          <p:nvPr>
            <p:ph sz="quarter" idx="1"/>
          </p:nvPr>
        </p:nvSpPr>
        <p:spPr>
          <a:xfrm>
            <a:off x="457200" y="1066800"/>
            <a:ext cx="8229600" cy="5407025"/>
          </a:xfrm>
        </p:spPr>
        <p:txBody>
          <a:bodyPr>
            <a:normAutofit/>
          </a:bodyPr>
          <a:lstStyle/>
          <a:p>
            <a:pPr marL="274320" indent="-274320" eaLnBrk="1" fontAlgn="auto" hangingPunct="1">
              <a:lnSpc>
                <a:spcPct val="90000"/>
              </a:lnSpc>
              <a:spcBef>
                <a:spcPct val="70000"/>
              </a:spcBef>
              <a:spcAft>
                <a:spcPts val="0"/>
              </a:spcAft>
              <a:buFont typeface="Wingdings" pitchFamily="2" charset="2"/>
              <a:buChar char="ü"/>
              <a:defRPr/>
            </a:pPr>
            <a:r>
              <a:rPr lang="en-US" sz="2400" dirty="0"/>
              <a:t>An object reference variable that does not currently point to an object is called a </a:t>
            </a:r>
            <a:r>
              <a:rPr lang="en-US" sz="2400" i="1" dirty="0">
                <a:solidFill>
                  <a:srgbClr val="0000CC"/>
                </a:solidFill>
              </a:rPr>
              <a:t>null reference</a:t>
            </a:r>
            <a:endParaRPr lang="en-US" sz="2400" dirty="0"/>
          </a:p>
          <a:p>
            <a:pPr marL="274320" indent="-274320" eaLnBrk="1" fontAlgn="auto" hangingPunct="1">
              <a:lnSpc>
                <a:spcPct val="90000"/>
              </a:lnSpc>
              <a:spcBef>
                <a:spcPct val="70000"/>
              </a:spcBef>
              <a:spcAft>
                <a:spcPts val="0"/>
              </a:spcAft>
              <a:buFont typeface="Wingdings" pitchFamily="2" charset="2"/>
              <a:buChar char="ü"/>
              <a:defRPr/>
            </a:pPr>
            <a:r>
              <a:rPr lang="en-US" sz="2400" dirty="0"/>
              <a:t>The reserved word null can be used to explicitly set a null reference:</a:t>
            </a:r>
          </a:p>
          <a:p>
            <a:pPr marL="274320" indent="-274320" eaLnBrk="1" fontAlgn="auto" hangingPunct="1">
              <a:lnSpc>
                <a:spcPct val="90000"/>
              </a:lnSpc>
              <a:spcBef>
                <a:spcPct val="70000"/>
              </a:spcBef>
              <a:spcAft>
                <a:spcPts val="0"/>
              </a:spcAft>
              <a:buFont typeface="Wingdings" pitchFamily="2" charset="2"/>
              <a:buNone/>
              <a:defRPr/>
            </a:pPr>
            <a:r>
              <a:rPr lang="en-US" sz="2400" dirty="0"/>
              <a:t>     	name = null;</a:t>
            </a:r>
          </a:p>
          <a:p>
            <a:pPr marL="274320" indent="-274320" eaLnBrk="1" fontAlgn="auto" hangingPunct="1">
              <a:lnSpc>
                <a:spcPct val="90000"/>
              </a:lnSpc>
              <a:spcBef>
                <a:spcPct val="75000"/>
              </a:spcBef>
              <a:spcAft>
                <a:spcPts val="0"/>
              </a:spcAft>
              <a:buFont typeface="Wingdings" pitchFamily="2" charset="2"/>
              <a:buChar char="ü"/>
              <a:defRPr/>
            </a:pPr>
            <a:r>
              <a:rPr lang="en-US" sz="2400" dirty="0"/>
              <a:t>An object reference variable declared at the class level is automatically initialized to null</a:t>
            </a:r>
          </a:p>
          <a:p>
            <a:pPr marL="274320" indent="-274320" eaLnBrk="1" fontAlgn="auto" hangingPunct="1">
              <a:lnSpc>
                <a:spcPct val="90000"/>
              </a:lnSpc>
              <a:spcBef>
                <a:spcPct val="75000"/>
              </a:spcBef>
              <a:spcAft>
                <a:spcPts val="0"/>
              </a:spcAft>
              <a:buFont typeface="Wingdings" pitchFamily="2" charset="2"/>
              <a:buChar char="ü"/>
              <a:defRPr/>
            </a:pPr>
            <a:r>
              <a:rPr lang="en-US" sz="2400" dirty="0"/>
              <a:t>The programmer must carefully ensure that an object reference variable refers to a valid object before it is used</a:t>
            </a:r>
          </a:p>
          <a:p>
            <a:pPr marL="274320" indent="-274320" eaLnBrk="1" fontAlgn="auto" hangingPunct="1">
              <a:lnSpc>
                <a:spcPct val="90000"/>
              </a:lnSpc>
              <a:spcBef>
                <a:spcPct val="70000"/>
              </a:spcBef>
              <a:spcAft>
                <a:spcPts val="0"/>
              </a:spcAft>
              <a:buFont typeface="Wingdings" pitchFamily="2" charset="2"/>
              <a:buNone/>
              <a:defRPr/>
            </a:pPr>
            <a:endParaRPr lang="en-US" sz="1600" dirty="0"/>
          </a:p>
          <a:p>
            <a:pPr marL="274320" indent="-274320" eaLnBrk="1" fontAlgn="auto" hangingPunct="1">
              <a:lnSpc>
                <a:spcPct val="90000"/>
              </a:lnSpc>
              <a:spcBef>
                <a:spcPct val="70000"/>
              </a:spcBef>
              <a:spcAft>
                <a:spcPts val="0"/>
              </a:spcAft>
              <a:buFont typeface="Wingdings" pitchFamily="2" charset="2"/>
              <a:buNone/>
              <a:defRPr/>
            </a:pPr>
            <a:r>
              <a:rPr lang="en-US" sz="1600" dirty="0"/>
              <a:t>	</a:t>
            </a: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algn="ctr" eaLnBrk="1" fontAlgn="auto" hangingPunct="1">
              <a:spcAft>
                <a:spcPts val="0"/>
              </a:spcAft>
              <a:defRPr/>
            </a:pPr>
            <a:r>
              <a:rPr lang="en-US" sz="4400" b="1" dirty="0">
                <a:solidFill>
                  <a:srgbClr val="024069"/>
                </a:solidFill>
                <a:cs typeface="Times New Roman" pitchFamily="18" charset="0"/>
              </a:rPr>
              <a:t>Introducing Methods</a:t>
            </a:r>
          </a:p>
        </p:txBody>
      </p:sp>
      <p:sp>
        <p:nvSpPr>
          <p:cNvPr id="21507" name="Rectangle 3"/>
          <p:cNvSpPr>
            <a:spLocks noGrp="1" noChangeArrowheads="1"/>
          </p:cNvSpPr>
          <p:nvPr>
            <p:ph sz="quarter" idx="1"/>
          </p:nvPr>
        </p:nvSpPr>
        <p:spPr>
          <a:xfrm>
            <a:off x="457200" y="1066800"/>
            <a:ext cx="8382000" cy="5791200"/>
          </a:xfrm>
        </p:spPr>
        <p:txBody>
          <a:bodyPr/>
          <a:lstStyle/>
          <a:p>
            <a:pPr eaLnBrk="1" hangingPunct="1">
              <a:lnSpc>
                <a:spcPct val="90000"/>
              </a:lnSpc>
              <a:buFont typeface="Wingdings" pitchFamily="2" charset="2"/>
              <a:buChar char="ü"/>
            </a:pPr>
            <a:r>
              <a:rPr lang="en-US" sz="2400" dirty="0"/>
              <a:t>The general form of a method:</a:t>
            </a:r>
          </a:p>
          <a:p>
            <a:pPr eaLnBrk="1" hangingPunct="1">
              <a:lnSpc>
                <a:spcPct val="90000"/>
              </a:lnSpc>
              <a:buFont typeface="Wingdings" pitchFamily="2" charset="2"/>
              <a:buNone/>
            </a:pPr>
            <a:r>
              <a:rPr lang="en-US" sz="2400" dirty="0"/>
              <a:t>	</a:t>
            </a:r>
            <a:r>
              <a:rPr lang="en-US" sz="2400" dirty="0">
                <a:solidFill>
                  <a:srgbClr val="024069"/>
                </a:solidFill>
                <a:latin typeface="Consolas" pitchFamily="49" charset="0"/>
              </a:rPr>
              <a:t>type name (parameter list)</a:t>
            </a:r>
          </a:p>
          <a:p>
            <a:pPr eaLnBrk="1" hangingPunct="1">
              <a:lnSpc>
                <a:spcPct val="90000"/>
              </a:lnSpc>
              <a:buFont typeface="Wingdings" pitchFamily="2" charset="2"/>
              <a:buNone/>
            </a:pPr>
            <a:r>
              <a:rPr lang="en-US" sz="2400" dirty="0">
                <a:solidFill>
                  <a:srgbClr val="024069"/>
                </a:solidFill>
                <a:latin typeface="Consolas" pitchFamily="49" charset="0"/>
              </a:rPr>
              <a:t>	{</a:t>
            </a:r>
          </a:p>
          <a:p>
            <a:pPr eaLnBrk="1" hangingPunct="1">
              <a:lnSpc>
                <a:spcPct val="90000"/>
              </a:lnSpc>
              <a:buFont typeface="Wingdings" pitchFamily="2" charset="2"/>
              <a:buNone/>
            </a:pPr>
            <a:r>
              <a:rPr lang="en-US" sz="2400" dirty="0">
                <a:solidFill>
                  <a:srgbClr val="024069"/>
                </a:solidFill>
                <a:latin typeface="Consolas" pitchFamily="49" charset="0"/>
              </a:rPr>
              <a:t>	// body of the method</a:t>
            </a:r>
          </a:p>
          <a:p>
            <a:pPr eaLnBrk="1" hangingPunct="1">
              <a:lnSpc>
                <a:spcPct val="90000"/>
              </a:lnSpc>
              <a:buFont typeface="Wingdings" pitchFamily="2" charset="2"/>
              <a:buNone/>
            </a:pPr>
            <a:r>
              <a:rPr lang="en-US" sz="2400" dirty="0">
                <a:solidFill>
                  <a:srgbClr val="024069"/>
                </a:solidFill>
                <a:latin typeface="Consolas" pitchFamily="49" charset="0"/>
              </a:rPr>
              <a:t>	}</a:t>
            </a:r>
          </a:p>
          <a:p>
            <a:pPr eaLnBrk="1" hangingPunct="1">
              <a:lnSpc>
                <a:spcPct val="90000"/>
              </a:lnSpc>
              <a:buFont typeface="Wingdings" pitchFamily="2" charset="2"/>
              <a:buChar char="ü"/>
            </a:pPr>
            <a:r>
              <a:rPr lang="en-US" sz="2400" i="1" dirty="0"/>
              <a:t>Type </a:t>
            </a:r>
            <a:r>
              <a:rPr lang="en-US" sz="2400" dirty="0"/>
              <a:t>can be any valid type including class types that you create.</a:t>
            </a:r>
          </a:p>
          <a:p>
            <a:pPr eaLnBrk="1" hangingPunct="1">
              <a:lnSpc>
                <a:spcPct val="90000"/>
              </a:lnSpc>
              <a:buFont typeface="Wingdings" pitchFamily="2" charset="2"/>
              <a:buChar char="ü"/>
            </a:pPr>
            <a:r>
              <a:rPr lang="en-US" sz="2400" dirty="0"/>
              <a:t>A method is always invoked with respect to an object. So, inside a method the object is known and there is no need to specify the object when the instance variables are used.</a:t>
            </a:r>
          </a:p>
          <a:p>
            <a:pPr eaLnBrk="1" hangingPunct="1">
              <a:lnSpc>
                <a:spcPct val="90000"/>
              </a:lnSpc>
              <a:buFont typeface="Wingdings" pitchFamily="2" charset="2"/>
              <a:buChar char="ü"/>
            </a:pPr>
            <a:r>
              <a:rPr lang="en-US" sz="2400" dirty="0"/>
              <a:t>When an instance variable is accessed by the code that is not part of the class in which the instance variable is defined, it must be done through an object using dot operator.</a:t>
            </a: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304800" y="188913"/>
            <a:ext cx="8370888" cy="565150"/>
          </a:xfrm>
        </p:spPr>
        <p:txBody>
          <a:bodyPr>
            <a:normAutofit fontScale="90000"/>
          </a:bodyPr>
          <a:lstStyle/>
          <a:p>
            <a:pPr algn="ctr" eaLnBrk="1" fontAlgn="auto" hangingPunct="1">
              <a:spcAft>
                <a:spcPts val="0"/>
              </a:spcAft>
              <a:defRPr/>
            </a:pPr>
            <a:r>
              <a:rPr lang="en-US" sz="3800" b="1" dirty="0">
                <a:solidFill>
                  <a:srgbClr val="024069"/>
                </a:solidFill>
                <a:cs typeface="Times New Roman" pitchFamily="18" charset="0"/>
              </a:rPr>
              <a:t>A Simple Example-Introducing Methods</a:t>
            </a:r>
          </a:p>
        </p:txBody>
      </p:sp>
      <p:sp>
        <p:nvSpPr>
          <p:cNvPr id="26627" name="Rectangle 3"/>
          <p:cNvSpPr>
            <a:spLocks noGrp="1" noChangeArrowheads="1"/>
          </p:cNvSpPr>
          <p:nvPr>
            <p:ph sz="quarter" idx="1"/>
          </p:nvPr>
        </p:nvSpPr>
        <p:spPr>
          <a:xfrm>
            <a:off x="914400" y="1600200"/>
            <a:ext cx="4343400" cy="4530725"/>
          </a:xfrm>
        </p:spPr>
        <p:txBody>
          <a:bodyPr>
            <a:normAutofit/>
          </a:bodyPr>
          <a:lstStyle/>
          <a:p>
            <a:pPr marL="274320" indent="-274320" eaLnBrk="1" fontAlgn="auto" hangingPunct="1">
              <a:lnSpc>
                <a:spcPct val="80000"/>
              </a:lnSpc>
              <a:spcAft>
                <a:spcPts val="0"/>
              </a:spcAft>
              <a:buFont typeface="Wingdings" pitchFamily="2" charset="2"/>
              <a:buNone/>
              <a:defRPr/>
            </a:pPr>
            <a:r>
              <a:rPr lang="en-US" sz="1600" dirty="0">
                <a:latin typeface="Consolas" pitchFamily="49" charset="0"/>
              </a:rPr>
              <a:t>class Box</a:t>
            </a:r>
          </a:p>
          <a:p>
            <a:pPr marL="274320" indent="-274320" eaLnBrk="1" fontAlgn="auto" hangingPunct="1">
              <a:lnSpc>
                <a:spcPct val="80000"/>
              </a:lnSpc>
              <a:spcAft>
                <a:spcPts val="0"/>
              </a:spcAft>
              <a:buFont typeface="Wingdings" pitchFamily="2" charset="2"/>
              <a:buNone/>
              <a:defRPr/>
            </a:pPr>
            <a:r>
              <a:rPr lang="en-US" sz="1600" dirty="0">
                <a:latin typeface="Consolas" pitchFamily="49" charset="0"/>
              </a:rPr>
              <a:t>{</a:t>
            </a:r>
          </a:p>
          <a:p>
            <a:pPr marL="274320" indent="-274320" eaLnBrk="1" fontAlgn="auto" hangingPunct="1">
              <a:lnSpc>
                <a:spcPct val="80000"/>
              </a:lnSpc>
              <a:spcAft>
                <a:spcPts val="0"/>
              </a:spcAft>
              <a:buFont typeface="Wingdings" pitchFamily="2" charset="2"/>
              <a:buNone/>
              <a:defRPr/>
            </a:pPr>
            <a:r>
              <a:rPr lang="en-US" sz="1600" dirty="0">
                <a:latin typeface="Consolas" pitchFamily="49" charset="0"/>
              </a:rPr>
              <a:t>	double width;</a:t>
            </a:r>
          </a:p>
          <a:p>
            <a:pPr marL="274320" indent="-274320" eaLnBrk="1" fontAlgn="auto" hangingPunct="1">
              <a:lnSpc>
                <a:spcPct val="80000"/>
              </a:lnSpc>
              <a:spcAft>
                <a:spcPts val="0"/>
              </a:spcAft>
              <a:buFont typeface="Wingdings" pitchFamily="2" charset="2"/>
              <a:buNone/>
              <a:defRPr/>
            </a:pPr>
            <a:r>
              <a:rPr lang="en-US" sz="1600" dirty="0">
                <a:latin typeface="Consolas" pitchFamily="49" charset="0"/>
              </a:rPr>
              <a:t>	double height;</a:t>
            </a:r>
          </a:p>
          <a:p>
            <a:pPr marL="274320" indent="-274320" eaLnBrk="1" fontAlgn="auto" hangingPunct="1">
              <a:lnSpc>
                <a:spcPct val="80000"/>
              </a:lnSpc>
              <a:spcAft>
                <a:spcPts val="0"/>
              </a:spcAft>
              <a:buFont typeface="Wingdings" pitchFamily="2" charset="2"/>
              <a:buNone/>
              <a:defRPr/>
            </a:pPr>
            <a:r>
              <a:rPr lang="en-US" sz="1600" dirty="0">
                <a:latin typeface="Consolas" pitchFamily="49" charset="0"/>
              </a:rPr>
              <a:t>	double depth;</a:t>
            </a:r>
          </a:p>
          <a:p>
            <a:pPr marL="274320" indent="-274320" eaLnBrk="1" fontAlgn="auto" hangingPunct="1">
              <a:lnSpc>
                <a:spcPct val="80000"/>
              </a:lnSpc>
              <a:spcAft>
                <a:spcPts val="0"/>
              </a:spcAft>
              <a:buFont typeface="Wingdings" pitchFamily="2" charset="2"/>
              <a:buNone/>
              <a:defRPr/>
            </a:pPr>
            <a:endParaRPr lang="en-US" sz="1600" dirty="0">
              <a:latin typeface="Consolas" pitchFamily="49" charset="0"/>
            </a:endParaRPr>
          </a:p>
          <a:p>
            <a:pPr marL="274320" indent="-274320" eaLnBrk="1" fontAlgn="auto" hangingPunct="1">
              <a:lnSpc>
                <a:spcPct val="80000"/>
              </a:lnSpc>
              <a:spcAft>
                <a:spcPts val="0"/>
              </a:spcAft>
              <a:buFont typeface="Wingdings" pitchFamily="2" charset="2"/>
              <a:buNone/>
              <a:defRPr/>
            </a:pPr>
            <a:r>
              <a:rPr lang="en-US" sz="1600" dirty="0">
                <a:latin typeface="Consolas" pitchFamily="49" charset="0"/>
              </a:rPr>
              <a:t>	void </a:t>
            </a:r>
            <a:r>
              <a:rPr lang="en-US" sz="1600" dirty="0" err="1">
                <a:latin typeface="Consolas" pitchFamily="49" charset="0"/>
              </a:rPr>
              <a:t>setDim</a:t>
            </a:r>
            <a:r>
              <a:rPr lang="en-US" sz="1600" dirty="0">
                <a:latin typeface="Consolas" pitchFamily="49" charset="0"/>
              </a:rPr>
              <a:t> ( double w, double h, double d)</a:t>
            </a:r>
          </a:p>
          <a:p>
            <a:pPr marL="274320" indent="-274320" eaLnBrk="1" fontAlgn="auto" hangingPunct="1">
              <a:lnSpc>
                <a:spcPct val="80000"/>
              </a:lnSpc>
              <a:spcAft>
                <a:spcPts val="0"/>
              </a:spcAft>
              <a:buFont typeface="Wingdings" pitchFamily="2" charset="2"/>
              <a:buNone/>
              <a:defRPr/>
            </a:pPr>
            <a:r>
              <a:rPr lang="en-US" sz="1600" dirty="0">
                <a:latin typeface="Consolas" pitchFamily="49" charset="0"/>
              </a:rPr>
              <a:t>	{</a:t>
            </a:r>
          </a:p>
          <a:p>
            <a:pPr marL="274320" indent="-274320" eaLnBrk="1" fontAlgn="auto" hangingPunct="1">
              <a:lnSpc>
                <a:spcPct val="80000"/>
              </a:lnSpc>
              <a:spcAft>
                <a:spcPts val="0"/>
              </a:spcAft>
              <a:buFont typeface="Wingdings" pitchFamily="2" charset="2"/>
              <a:buNone/>
              <a:defRPr/>
            </a:pPr>
            <a:r>
              <a:rPr lang="en-US" sz="1600" dirty="0">
                <a:latin typeface="Consolas" pitchFamily="49" charset="0"/>
              </a:rPr>
              <a:t>		width = w;</a:t>
            </a:r>
          </a:p>
          <a:p>
            <a:pPr marL="274320" indent="-274320" eaLnBrk="1" fontAlgn="auto" hangingPunct="1">
              <a:lnSpc>
                <a:spcPct val="80000"/>
              </a:lnSpc>
              <a:spcAft>
                <a:spcPts val="0"/>
              </a:spcAft>
              <a:buFont typeface="Wingdings" pitchFamily="2" charset="2"/>
              <a:buNone/>
              <a:defRPr/>
            </a:pPr>
            <a:r>
              <a:rPr lang="en-US" sz="1600" dirty="0">
                <a:latin typeface="Consolas" pitchFamily="49" charset="0"/>
              </a:rPr>
              <a:t>		height = h;</a:t>
            </a:r>
          </a:p>
          <a:p>
            <a:pPr marL="274320" indent="-274320" eaLnBrk="1" fontAlgn="auto" hangingPunct="1">
              <a:lnSpc>
                <a:spcPct val="80000"/>
              </a:lnSpc>
              <a:spcAft>
                <a:spcPts val="0"/>
              </a:spcAft>
              <a:buFont typeface="Wingdings" pitchFamily="2" charset="2"/>
              <a:buNone/>
              <a:defRPr/>
            </a:pPr>
            <a:r>
              <a:rPr lang="en-US" sz="1600" dirty="0">
                <a:latin typeface="Consolas" pitchFamily="49" charset="0"/>
              </a:rPr>
              <a:t>		depth = d;</a:t>
            </a:r>
          </a:p>
          <a:p>
            <a:pPr marL="274320" indent="-274320" eaLnBrk="1" fontAlgn="auto" hangingPunct="1">
              <a:lnSpc>
                <a:spcPct val="80000"/>
              </a:lnSpc>
              <a:spcAft>
                <a:spcPts val="0"/>
              </a:spcAft>
              <a:buFont typeface="Wingdings" pitchFamily="2" charset="2"/>
              <a:buNone/>
              <a:defRPr/>
            </a:pPr>
            <a:r>
              <a:rPr lang="en-US" sz="1600" dirty="0">
                <a:latin typeface="Consolas" pitchFamily="49" charset="0"/>
              </a:rPr>
              <a:t>	}</a:t>
            </a:r>
          </a:p>
          <a:p>
            <a:pPr marL="274320" indent="-274320" eaLnBrk="1" fontAlgn="auto" hangingPunct="1">
              <a:lnSpc>
                <a:spcPct val="80000"/>
              </a:lnSpc>
              <a:spcAft>
                <a:spcPts val="0"/>
              </a:spcAft>
              <a:buFont typeface="Wingdings" pitchFamily="2" charset="2"/>
              <a:buNone/>
              <a:defRPr/>
            </a:pPr>
            <a:r>
              <a:rPr lang="en-US" sz="1600" dirty="0">
                <a:latin typeface="Consolas" pitchFamily="49" charset="0"/>
              </a:rPr>
              <a:t>	double volume()</a:t>
            </a:r>
          </a:p>
          <a:p>
            <a:pPr marL="274320" indent="-274320" eaLnBrk="1" fontAlgn="auto" hangingPunct="1">
              <a:lnSpc>
                <a:spcPct val="80000"/>
              </a:lnSpc>
              <a:spcAft>
                <a:spcPts val="0"/>
              </a:spcAft>
              <a:buFont typeface="Wingdings" pitchFamily="2" charset="2"/>
              <a:buNone/>
              <a:defRPr/>
            </a:pPr>
            <a:r>
              <a:rPr lang="en-US" sz="1600" dirty="0">
                <a:latin typeface="Consolas" pitchFamily="49" charset="0"/>
              </a:rPr>
              <a:t>	{</a:t>
            </a:r>
          </a:p>
          <a:p>
            <a:pPr marL="274320" indent="-274320" eaLnBrk="1" fontAlgn="auto" hangingPunct="1">
              <a:lnSpc>
                <a:spcPct val="80000"/>
              </a:lnSpc>
              <a:spcAft>
                <a:spcPts val="0"/>
              </a:spcAft>
              <a:buFont typeface="Wingdings" pitchFamily="2" charset="2"/>
              <a:buNone/>
              <a:defRPr/>
            </a:pPr>
            <a:r>
              <a:rPr lang="en-US" sz="1600" dirty="0">
                <a:latin typeface="Consolas" pitchFamily="49" charset="0"/>
              </a:rPr>
              <a:t>		return width*height*depth; </a:t>
            </a:r>
          </a:p>
          <a:p>
            <a:pPr marL="274320" indent="-274320" eaLnBrk="1" fontAlgn="auto" hangingPunct="1">
              <a:lnSpc>
                <a:spcPct val="80000"/>
              </a:lnSpc>
              <a:spcAft>
                <a:spcPts val="0"/>
              </a:spcAft>
              <a:buFont typeface="Wingdings" pitchFamily="2" charset="2"/>
              <a:buNone/>
              <a:defRPr/>
            </a:pPr>
            <a:r>
              <a:rPr lang="en-US" sz="1600" dirty="0">
                <a:latin typeface="Consolas" pitchFamily="49" charset="0"/>
              </a:rPr>
              <a:t>	}</a:t>
            </a:r>
          </a:p>
          <a:p>
            <a:pPr marL="274320" indent="-274320" eaLnBrk="1" fontAlgn="auto" hangingPunct="1">
              <a:lnSpc>
                <a:spcPct val="80000"/>
              </a:lnSpc>
              <a:spcAft>
                <a:spcPts val="0"/>
              </a:spcAft>
              <a:buFont typeface="Wingdings" pitchFamily="2" charset="2"/>
              <a:buNone/>
              <a:defRPr/>
            </a:pPr>
            <a:r>
              <a:rPr lang="en-US" sz="1600" dirty="0">
                <a:latin typeface="Consolas" pitchFamily="49" charset="0"/>
              </a:rPr>
              <a:t>}</a:t>
            </a:r>
          </a:p>
        </p:txBody>
      </p:sp>
      <p:sp>
        <p:nvSpPr>
          <p:cNvPr id="26628" name="Rectangle 4"/>
          <p:cNvSpPr>
            <a:spLocks noGrp="1" noChangeArrowheads="1"/>
          </p:cNvSpPr>
          <p:nvPr>
            <p:ph sz="quarter" idx="2"/>
          </p:nvPr>
        </p:nvSpPr>
        <p:spPr>
          <a:xfrm>
            <a:off x="5029200" y="1600200"/>
            <a:ext cx="4114800" cy="4953000"/>
          </a:xfrm>
        </p:spPr>
        <p:txBody>
          <a:bodyPr>
            <a:normAutofit/>
          </a:bodyPr>
          <a:lstStyle/>
          <a:p>
            <a:pPr marL="274320" indent="-274320" eaLnBrk="1" fontAlgn="auto" hangingPunct="1">
              <a:lnSpc>
                <a:spcPct val="80000"/>
              </a:lnSpc>
              <a:spcAft>
                <a:spcPts val="0"/>
              </a:spcAft>
              <a:buFont typeface="Wingdings" pitchFamily="2" charset="2"/>
              <a:buNone/>
              <a:defRPr/>
            </a:pPr>
            <a:r>
              <a:rPr lang="en-US" sz="1600" dirty="0">
                <a:latin typeface="Consolas" pitchFamily="49" charset="0"/>
              </a:rPr>
              <a:t>class </a:t>
            </a:r>
            <a:r>
              <a:rPr lang="en-US" sz="1600" dirty="0" err="1">
                <a:latin typeface="Consolas" pitchFamily="49" charset="0"/>
              </a:rPr>
              <a:t>BoxDemo</a:t>
            </a:r>
            <a:endParaRPr lang="en-US" sz="1600" dirty="0">
              <a:latin typeface="Consolas" pitchFamily="49" charset="0"/>
            </a:endParaRPr>
          </a:p>
          <a:p>
            <a:pPr marL="274320" indent="-274320" eaLnBrk="1" fontAlgn="auto" hangingPunct="1">
              <a:lnSpc>
                <a:spcPct val="80000"/>
              </a:lnSpc>
              <a:spcAft>
                <a:spcPts val="0"/>
              </a:spcAft>
              <a:buFont typeface="Wingdings" pitchFamily="2" charset="2"/>
              <a:buNone/>
              <a:defRPr/>
            </a:pPr>
            <a:r>
              <a:rPr lang="en-US" sz="1600" dirty="0">
                <a:latin typeface="Consolas" pitchFamily="49" charset="0"/>
              </a:rPr>
              <a:t>{</a:t>
            </a:r>
          </a:p>
          <a:p>
            <a:pPr marL="274320" indent="-274320" eaLnBrk="1" fontAlgn="auto" hangingPunct="1">
              <a:lnSpc>
                <a:spcPct val="80000"/>
              </a:lnSpc>
              <a:spcAft>
                <a:spcPts val="0"/>
              </a:spcAft>
              <a:buFont typeface="Wingdings" pitchFamily="2" charset="2"/>
              <a:buNone/>
              <a:defRPr/>
            </a:pPr>
            <a:r>
              <a:rPr lang="en-US" sz="1600" dirty="0">
                <a:latin typeface="Consolas" pitchFamily="49" charset="0"/>
              </a:rPr>
              <a:t>	public static void main( String </a:t>
            </a:r>
            <a:r>
              <a:rPr lang="en-US" sz="1600" dirty="0" err="1">
                <a:latin typeface="Consolas" pitchFamily="49" charset="0"/>
              </a:rPr>
              <a:t>args</a:t>
            </a:r>
            <a:r>
              <a:rPr lang="en-US" sz="1600" dirty="0">
                <a:latin typeface="Consolas" pitchFamily="49" charset="0"/>
              </a:rPr>
              <a:t>[])</a:t>
            </a:r>
          </a:p>
          <a:p>
            <a:pPr marL="274320" indent="-274320" eaLnBrk="1" fontAlgn="auto" hangingPunct="1">
              <a:lnSpc>
                <a:spcPct val="80000"/>
              </a:lnSpc>
              <a:spcAft>
                <a:spcPts val="0"/>
              </a:spcAft>
              <a:buFont typeface="Wingdings" pitchFamily="2" charset="2"/>
              <a:buNone/>
              <a:defRPr/>
            </a:pPr>
            <a:r>
              <a:rPr lang="en-US" sz="1600" dirty="0">
                <a:latin typeface="Consolas" pitchFamily="49" charset="0"/>
              </a:rPr>
              <a:t>	{</a:t>
            </a:r>
          </a:p>
          <a:p>
            <a:pPr marL="274320" indent="-274320" eaLnBrk="1" fontAlgn="auto" hangingPunct="1">
              <a:lnSpc>
                <a:spcPct val="80000"/>
              </a:lnSpc>
              <a:spcAft>
                <a:spcPts val="0"/>
              </a:spcAft>
              <a:buFont typeface="Wingdings" pitchFamily="2" charset="2"/>
              <a:buNone/>
              <a:defRPr/>
            </a:pPr>
            <a:r>
              <a:rPr lang="en-US" sz="1600" dirty="0">
                <a:latin typeface="Consolas" pitchFamily="49" charset="0"/>
              </a:rPr>
              <a:t>		Box </a:t>
            </a:r>
            <a:r>
              <a:rPr lang="en-US" sz="1600" dirty="0" err="1">
                <a:latin typeface="Consolas" pitchFamily="49" charset="0"/>
              </a:rPr>
              <a:t>mybox</a:t>
            </a:r>
            <a:r>
              <a:rPr lang="en-US" sz="1600" dirty="0">
                <a:latin typeface="Consolas" pitchFamily="49" charset="0"/>
              </a:rPr>
              <a:t>, mybox1;</a:t>
            </a:r>
          </a:p>
          <a:p>
            <a:pPr marL="274320" indent="-274320" eaLnBrk="1" fontAlgn="auto" hangingPunct="1">
              <a:lnSpc>
                <a:spcPct val="80000"/>
              </a:lnSpc>
              <a:spcAft>
                <a:spcPts val="0"/>
              </a:spcAft>
              <a:buFont typeface="Wingdings" pitchFamily="2" charset="2"/>
              <a:buNone/>
              <a:defRPr/>
            </a:pPr>
            <a:r>
              <a:rPr lang="en-US" sz="1600" dirty="0">
                <a:latin typeface="Consolas" pitchFamily="49" charset="0"/>
              </a:rPr>
              <a:t>		double </a:t>
            </a:r>
            <a:r>
              <a:rPr lang="en-US" sz="1600" dirty="0" err="1">
                <a:latin typeface="Consolas" pitchFamily="49" charset="0"/>
              </a:rPr>
              <a:t>vol</a:t>
            </a:r>
            <a:r>
              <a:rPr lang="en-US" sz="1600" dirty="0">
                <a:latin typeface="Consolas" pitchFamily="49" charset="0"/>
              </a:rPr>
              <a:t>;</a:t>
            </a:r>
          </a:p>
          <a:p>
            <a:pPr marL="274320" indent="-274320" eaLnBrk="1" fontAlgn="auto" hangingPunct="1">
              <a:lnSpc>
                <a:spcPct val="80000"/>
              </a:lnSpc>
              <a:spcAft>
                <a:spcPts val="0"/>
              </a:spcAft>
              <a:buFont typeface="Wingdings" pitchFamily="2" charset="2"/>
              <a:buNone/>
              <a:defRPr/>
            </a:pPr>
            <a:r>
              <a:rPr lang="en-US" sz="1600" dirty="0">
                <a:latin typeface="Consolas" pitchFamily="49" charset="0"/>
              </a:rPr>
              <a:t>		</a:t>
            </a:r>
            <a:r>
              <a:rPr lang="en-US" sz="1600" dirty="0" err="1">
                <a:latin typeface="Consolas" pitchFamily="49" charset="0"/>
              </a:rPr>
              <a:t>mybox</a:t>
            </a:r>
            <a:r>
              <a:rPr lang="en-US" sz="1600" dirty="0">
                <a:latin typeface="Consolas" pitchFamily="49" charset="0"/>
              </a:rPr>
              <a:t> = new Box();</a:t>
            </a:r>
          </a:p>
          <a:p>
            <a:pPr marL="274320" indent="-274320" eaLnBrk="1" fontAlgn="auto" hangingPunct="1">
              <a:lnSpc>
                <a:spcPct val="80000"/>
              </a:lnSpc>
              <a:spcAft>
                <a:spcPts val="0"/>
              </a:spcAft>
              <a:buFont typeface="Wingdings" pitchFamily="2" charset="2"/>
              <a:buNone/>
              <a:defRPr/>
            </a:pPr>
            <a:r>
              <a:rPr lang="en-US" sz="1600" dirty="0">
                <a:latin typeface="Consolas" pitchFamily="49" charset="0"/>
              </a:rPr>
              <a:t>		mybox1 = new Box();</a:t>
            </a:r>
          </a:p>
          <a:p>
            <a:pPr marL="274320" indent="-274320" eaLnBrk="1" fontAlgn="auto" hangingPunct="1">
              <a:lnSpc>
                <a:spcPct val="80000"/>
              </a:lnSpc>
              <a:spcAft>
                <a:spcPts val="0"/>
              </a:spcAft>
              <a:buFont typeface="Wingdings" pitchFamily="2" charset="2"/>
              <a:buNone/>
              <a:defRPr/>
            </a:pPr>
            <a:r>
              <a:rPr lang="en-US" sz="1600" dirty="0">
                <a:latin typeface="Consolas" pitchFamily="49" charset="0"/>
              </a:rPr>
              <a:t>		</a:t>
            </a:r>
          </a:p>
          <a:p>
            <a:pPr marL="274320" indent="-274320" eaLnBrk="1" fontAlgn="auto" hangingPunct="1">
              <a:lnSpc>
                <a:spcPct val="80000"/>
              </a:lnSpc>
              <a:spcAft>
                <a:spcPts val="0"/>
              </a:spcAft>
              <a:buFont typeface="Wingdings" pitchFamily="2" charset="2"/>
              <a:buNone/>
              <a:defRPr/>
            </a:pPr>
            <a:r>
              <a:rPr lang="en-US" sz="1600" dirty="0">
                <a:latin typeface="Consolas" pitchFamily="49" charset="0"/>
              </a:rPr>
              <a:t>		</a:t>
            </a:r>
            <a:r>
              <a:rPr lang="en-US" sz="1600" dirty="0" err="1">
                <a:latin typeface="Consolas" pitchFamily="49" charset="0"/>
              </a:rPr>
              <a:t>mybox.setDim</a:t>
            </a:r>
            <a:r>
              <a:rPr lang="en-US" sz="1600" dirty="0">
                <a:latin typeface="Consolas" pitchFamily="49" charset="0"/>
              </a:rPr>
              <a:t>(10, 20, 15);</a:t>
            </a:r>
          </a:p>
          <a:p>
            <a:pPr marL="274320" indent="-274320" eaLnBrk="1" fontAlgn="auto" hangingPunct="1">
              <a:lnSpc>
                <a:spcPct val="80000"/>
              </a:lnSpc>
              <a:spcAft>
                <a:spcPts val="0"/>
              </a:spcAft>
              <a:buFont typeface="Wingdings" pitchFamily="2" charset="2"/>
              <a:buNone/>
              <a:defRPr/>
            </a:pPr>
            <a:r>
              <a:rPr lang="en-US" sz="1600" dirty="0">
                <a:latin typeface="Consolas" pitchFamily="49" charset="0"/>
              </a:rPr>
              <a:t>		</a:t>
            </a:r>
            <a:r>
              <a:rPr lang="en-US" sz="1600" dirty="0" err="1">
                <a:latin typeface="Consolas" pitchFamily="49" charset="0"/>
              </a:rPr>
              <a:t>vol</a:t>
            </a:r>
            <a:r>
              <a:rPr lang="en-US" sz="1600" dirty="0">
                <a:latin typeface="Consolas" pitchFamily="49" charset="0"/>
              </a:rPr>
              <a:t>=</a:t>
            </a:r>
            <a:r>
              <a:rPr lang="en-US" sz="1600" dirty="0" err="1">
                <a:latin typeface="Consolas" pitchFamily="49" charset="0"/>
              </a:rPr>
              <a:t>mybox.volume</a:t>
            </a:r>
            <a:r>
              <a:rPr lang="en-US" sz="1600" dirty="0">
                <a:latin typeface="Consolas" pitchFamily="49" charset="0"/>
              </a:rPr>
              <a:t>();</a:t>
            </a:r>
          </a:p>
          <a:p>
            <a:pPr marL="274320" indent="-274320" eaLnBrk="1" fontAlgn="auto" hangingPunct="1">
              <a:lnSpc>
                <a:spcPct val="80000"/>
              </a:lnSpc>
              <a:spcAft>
                <a:spcPts val="0"/>
              </a:spcAft>
              <a:buFont typeface="Wingdings" pitchFamily="2" charset="2"/>
              <a:buNone/>
              <a:defRPr/>
            </a:pPr>
            <a:r>
              <a:rPr lang="en-US" sz="1600" dirty="0">
                <a:latin typeface="Consolas" pitchFamily="49" charset="0"/>
              </a:rPr>
              <a:t>		</a:t>
            </a:r>
            <a:r>
              <a:rPr lang="en-US" sz="1600" dirty="0" err="1">
                <a:latin typeface="Consolas" pitchFamily="49" charset="0"/>
              </a:rPr>
              <a:t>System.out.println</a:t>
            </a:r>
            <a:r>
              <a:rPr lang="en-US" sz="1600" dirty="0">
                <a:latin typeface="Consolas" pitchFamily="49" charset="0"/>
              </a:rPr>
              <a:t>(</a:t>
            </a:r>
            <a:r>
              <a:rPr lang="en-US" sz="1600" dirty="0" err="1">
                <a:latin typeface="Consolas" pitchFamily="49" charset="0"/>
              </a:rPr>
              <a:t>vol</a:t>
            </a:r>
            <a:r>
              <a:rPr lang="en-US" sz="1600" dirty="0">
                <a:latin typeface="Consolas" pitchFamily="49" charset="0"/>
              </a:rPr>
              <a:t>);</a:t>
            </a:r>
          </a:p>
          <a:p>
            <a:pPr marL="274320" indent="-274320" eaLnBrk="1" fontAlgn="auto" hangingPunct="1">
              <a:lnSpc>
                <a:spcPct val="80000"/>
              </a:lnSpc>
              <a:spcAft>
                <a:spcPts val="0"/>
              </a:spcAft>
              <a:buFont typeface="Wingdings" pitchFamily="2" charset="2"/>
              <a:buNone/>
              <a:defRPr/>
            </a:pPr>
            <a:r>
              <a:rPr lang="en-US" sz="1600" dirty="0">
                <a:latin typeface="Consolas" pitchFamily="49" charset="0"/>
              </a:rPr>
              <a:t>		</a:t>
            </a:r>
          </a:p>
          <a:p>
            <a:pPr marL="274320" indent="-274320" eaLnBrk="1" fontAlgn="auto" hangingPunct="1">
              <a:lnSpc>
                <a:spcPct val="80000"/>
              </a:lnSpc>
              <a:spcAft>
                <a:spcPts val="0"/>
              </a:spcAft>
              <a:buFont typeface="Wingdings" pitchFamily="2" charset="2"/>
              <a:buNone/>
              <a:defRPr/>
            </a:pPr>
            <a:r>
              <a:rPr lang="en-US" sz="1600" dirty="0">
                <a:latin typeface="Consolas" pitchFamily="49" charset="0"/>
              </a:rPr>
              <a:t>		mybox1.setDim(3,6,9);</a:t>
            </a:r>
          </a:p>
          <a:p>
            <a:pPr marL="274320" indent="-274320" eaLnBrk="1" fontAlgn="auto" hangingPunct="1">
              <a:lnSpc>
                <a:spcPct val="80000"/>
              </a:lnSpc>
              <a:spcAft>
                <a:spcPts val="0"/>
              </a:spcAft>
              <a:buFont typeface="Wingdings" pitchFamily="2" charset="2"/>
              <a:buNone/>
              <a:defRPr/>
            </a:pPr>
            <a:r>
              <a:rPr lang="en-US" sz="1600" dirty="0">
                <a:latin typeface="Consolas" pitchFamily="49" charset="0"/>
              </a:rPr>
              <a:t>		</a:t>
            </a:r>
            <a:r>
              <a:rPr lang="en-US" sz="1600" dirty="0" err="1">
                <a:latin typeface="Consolas" pitchFamily="49" charset="0"/>
              </a:rPr>
              <a:t>vol</a:t>
            </a:r>
            <a:r>
              <a:rPr lang="en-US" sz="1600" dirty="0">
                <a:latin typeface="Consolas" pitchFamily="49" charset="0"/>
              </a:rPr>
              <a:t>=mybox1.volume();</a:t>
            </a:r>
          </a:p>
          <a:p>
            <a:pPr marL="274320" indent="-274320" eaLnBrk="1" fontAlgn="auto" hangingPunct="1">
              <a:lnSpc>
                <a:spcPct val="80000"/>
              </a:lnSpc>
              <a:spcAft>
                <a:spcPts val="0"/>
              </a:spcAft>
              <a:buFont typeface="Wingdings" pitchFamily="2" charset="2"/>
              <a:buNone/>
              <a:defRPr/>
            </a:pPr>
            <a:r>
              <a:rPr lang="en-US" sz="1600" dirty="0">
                <a:latin typeface="Consolas" pitchFamily="49" charset="0"/>
              </a:rPr>
              <a:t>		</a:t>
            </a:r>
            <a:r>
              <a:rPr lang="en-US" sz="1600" dirty="0" err="1">
                <a:latin typeface="Consolas" pitchFamily="49" charset="0"/>
              </a:rPr>
              <a:t>System.out.println</a:t>
            </a:r>
            <a:r>
              <a:rPr lang="en-US" sz="1600" dirty="0">
                <a:latin typeface="Consolas" pitchFamily="49" charset="0"/>
              </a:rPr>
              <a:t>(</a:t>
            </a:r>
            <a:r>
              <a:rPr lang="en-US" sz="1600" dirty="0" err="1">
                <a:latin typeface="Consolas" pitchFamily="49" charset="0"/>
              </a:rPr>
              <a:t>vol</a:t>
            </a:r>
            <a:r>
              <a:rPr lang="en-US" sz="1600" dirty="0">
                <a:latin typeface="Consolas" pitchFamily="49" charset="0"/>
              </a:rPr>
              <a:t>);</a:t>
            </a:r>
          </a:p>
          <a:p>
            <a:pPr marL="274320" indent="-274320" eaLnBrk="1" fontAlgn="auto" hangingPunct="1">
              <a:lnSpc>
                <a:spcPct val="80000"/>
              </a:lnSpc>
              <a:spcAft>
                <a:spcPts val="0"/>
              </a:spcAft>
              <a:buFont typeface="Wingdings" pitchFamily="2" charset="2"/>
              <a:buNone/>
              <a:defRPr/>
            </a:pPr>
            <a:r>
              <a:rPr lang="en-US" sz="1600" dirty="0">
                <a:latin typeface="Consolas" pitchFamily="49" charset="0"/>
              </a:rPr>
              <a:t>	</a:t>
            </a:r>
          </a:p>
          <a:p>
            <a:pPr marL="274320" indent="-274320" eaLnBrk="1" fontAlgn="auto" hangingPunct="1">
              <a:lnSpc>
                <a:spcPct val="80000"/>
              </a:lnSpc>
              <a:spcAft>
                <a:spcPts val="0"/>
              </a:spcAft>
              <a:buFont typeface="Wingdings" pitchFamily="2" charset="2"/>
              <a:buNone/>
              <a:defRPr/>
            </a:pPr>
            <a:r>
              <a:rPr lang="en-US" sz="1600" dirty="0">
                <a:latin typeface="Consolas" pitchFamily="49" charset="0"/>
              </a:rPr>
              <a:t>	}</a:t>
            </a:r>
          </a:p>
          <a:p>
            <a:pPr marL="274320" indent="-274320" eaLnBrk="1" fontAlgn="auto" hangingPunct="1">
              <a:lnSpc>
                <a:spcPct val="80000"/>
              </a:lnSpc>
              <a:spcAft>
                <a:spcPts val="0"/>
              </a:spcAft>
              <a:buFont typeface="Wingdings" pitchFamily="2" charset="2"/>
              <a:buNone/>
              <a:defRPr/>
            </a:pPr>
            <a:r>
              <a:rPr lang="en-US" sz="1600" dirty="0">
                <a:latin typeface="Consolas" pitchFamily="49" charset="0"/>
              </a:rPr>
              <a:t>}</a:t>
            </a:r>
          </a:p>
          <a:p>
            <a:pPr marL="274320" indent="-274320" eaLnBrk="1" fontAlgn="auto" hangingPunct="1">
              <a:lnSpc>
                <a:spcPct val="80000"/>
              </a:lnSpc>
              <a:spcAft>
                <a:spcPts val="0"/>
              </a:spcAft>
              <a:buFont typeface="Wingdings" pitchFamily="2" charset="2"/>
              <a:buNone/>
              <a:defRPr/>
            </a:pPr>
            <a:endParaRPr lang="en-US" sz="2000" dirty="0">
              <a:latin typeface="Consolas" pitchFamily="49" charset="0"/>
            </a:endParaRP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eaLnBrk="1" fontAlgn="auto" hangingPunct="1">
              <a:spcAft>
                <a:spcPts val="0"/>
              </a:spcAft>
              <a:defRPr/>
            </a:pPr>
            <a:r>
              <a:rPr lang="en-US" sz="4400" b="1" dirty="0">
                <a:solidFill>
                  <a:srgbClr val="024069"/>
                </a:solidFill>
                <a:cs typeface="Times New Roman" pitchFamily="18" charset="0"/>
              </a:rPr>
              <a:t>Returning a Value</a:t>
            </a:r>
          </a:p>
        </p:txBody>
      </p:sp>
      <p:sp>
        <p:nvSpPr>
          <p:cNvPr id="23555" name="Content Placeholder 2"/>
          <p:cNvSpPr>
            <a:spLocks noGrp="1"/>
          </p:cNvSpPr>
          <p:nvPr>
            <p:ph sz="quarter" idx="1"/>
          </p:nvPr>
        </p:nvSpPr>
        <p:spPr>
          <a:xfrm>
            <a:off x="457200" y="1600200"/>
            <a:ext cx="8458200" cy="4873625"/>
          </a:xfrm>
        </p:spPr>
        <p:txBody>
          <a:bodyPr/>
          <a:lstStyle/>
          <a:p>
            <a:pPr eaLnBrk="1" hangingPunct="1"/>
            <a:r>
              <a:rPr lang="en-US" sz="2800" dirty="0"/>
              <a:t>General Form: </a:t>
            </a:r>
            <a:r>
              <a:rPr lang="en-US" sz="2800" b="1" i="1" dirty="0"/>
              <a:t>return value;</a:t>
            </a:r>
          </a:p>
          <a:p>
            <a:pPr eaLnBrk="1" hangingPunct="1"/>
            <a:r>
              <a:rPr lang="en-US" sz="2800" dirty="0"/>
              <a:t>The type of data returned by a method must be compatible with the return type specified by the method.</a:t>
            </a:r>
          </a:p>
          <a:p>
            <a:pPr eaLnBrk="1" hangingPunct="1"/>
            <a:r>
              <a:rPr lang="en-US" sz="2800" dirty="0"/>
              <a:t> The variable receiving the value returned by a method must also be compatible with the return type specified for the method.</a:t>
            </a:r>
          </a:p>
          <a:p>
            <a:pPr lvl="1" eaLnBrk="1" hangingPunct="1">
              <a:buFont typeface="Wingdings 2" pitchFamily="18" charset="2"/>
              <a:buNone/>
            </a:pPr>
            <a:r>
              <a:rPr lang="en-US" sz="2400" dirty="0"/>
              <a:t>	</a:t>
            </a: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algn="ctr" eaLnBrk="1" fontAlgn="auto" hangingPunct="1">
              <a:spcAft>
                <a:spcPts val="0"/>
              </a:spcAft>
              <a:defRPr/>
            </a:pPr>
            <a:r>
              <a:rPr lang="en-US" sz="4400" b="1" dirty="0">
                <a:solidFill>
                  <a:srgbClr val="024069"/>
                </a:solidFill>
                <a:cs typeface="Times New Roman" pitchFamily="18" charset="0"/>
              </a:rPr>
              <a:t>Constructors</a:t>
            </a:r>
          </a:p>
        </p:txBody>
      </p:sp>
      <p:sp>
        <p:nvSpPr>
          <p:cNvPr id="24579" name="Rectangle 3"/>
          <p:cNvSpPr>
            <a:spLocks noGrp="1" noChangeArrowheads="1"/>
          </p:cNvSpPr>
          <p:nvPr>
            <p:ph sz="quarter" idx="1"/>
          </p:nvPr>
        </p:nvSpPr>
        <p:spPr>
          <a:xfrm>
            <a:off x="304800" y="1066800"/>
            <a:ext cx="8534400" cy="5486400"/>
          </a:xfrm>
        </p:spPr>
        <p:txBody>
          <a:bodyPr/>
          <a:lstStyle/>
          <a:p>
            <a:pPr eaLnBrk="1" hangingPunct="1">
              <a:buFont typeface="Wingdings" pitchFamily="2" charset="2"/>
              <a:buChar char="ü"/>
            </a:pPr>
            <a:r>
              <a:rPr lang="en-US" sz="2400" dirty="0"/>
              <a:t>A constructor is a special method to initialize an object immediately upon creation.</a:t>
            </a:r>
          </a:p>
          <a:p>
            <a:pPr eaLnBrk="1" hangingPunct="1">
              <a:buFont typeface="Wingdings" pitchFamily="2" charset="2"/>
              <a:buChar char="ü"/>
            </a:pPr>
            <a:r>
              <a:rPr lang="en-US" sz="2400" dirty="0"/>
              <a:t>It is similar to a method and has same name as the class in which it resides.</a:t>
            </a:r>
          </a:p>
          <a:p>
            <a:pPr eaLnBrk="1" hangingPunct="1">
              <a:buFont typeface="Wingdings" pitchFamily="2" charset="2"/>
              <a:buChar char="ü"/>
            </a:pPr>
            <a:r>
              <a:rPr lang="en-US" sz="2400" dirty="0"/>
              <a:t>It has no return type not even void.</a:t>
            </a:r>
          </a:p>
          <a:p>
            <a:pPr eaLnBrk="1" hangingPunct="1">
              <a:buFont typeface="Wingdings" pitchFamily="2" charset="2"/>
              <a:buChar char="ü"/>
            </a:pPr>
            <a:r>
              <a:rPr lang="en-US" sz="2400" dirty="0"/>
              <a:t>Once defined it is automatically called immediately after the object is created, before the new operator completes.</a:t>
            </a:r>
          </a:p>
          <a:p>
            <a:pPr eaLnBrk="1" hangingPunct="1">
              <a:buFont typeface="Wingdings" pitchFamily="2" charset="2"/>
              <a:buChar char="ü"/>
            </a:pPr>
            <a:r>
              <a:rPr lang="en-US" sz="2400" dirty="0"/>
              <a:t>When there is no explicit constructor for a class, then java creates a default constructor for that class.</a:t>
            </a:r>
          </a:p>
          <a:p>
            <a:pPr eaLnBrk="1" hangingPunct="1">
              <a:buFont typeface="Wingdings" pitchFamily="2" charset="2"/>
              <a:buChar char="ü"/>
            </a:pPr>
            <a:r>
              <a:rPr lang="en-US" sz="2400" dirty="0"/>
              <a:t>The default constructor automatically initializes all instance variables to 0.</a:t>
            </a:r>
          </a:p>
          <a:p>
            <a:pPr eaLnBrk="1" hangingPunct="1">
              <a:buFont typeface="Wingdings" pitchFamily="2" charset="2"/>
              <a:buChar char="ü"/>
            </a:pPr>
            <a:endParaRPr lang="en-US" sz="2400" dirty="0"/>
          </a:p>
          <a:p>
            <a:pPr eaLnBrk="1" hangingPunct="1">
              <a:buFont typeface="Wingdings" pitchFamily="2" charset="2"/>
              <a:buChar char="ü"/>
            </a:pPr>
            <a:endParaRPr lang="en-US" sz="2400" dirty="0"/>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algn="ctr" eaLnBrk="1" fontAlgn="auto" hangingPunct="1">
              <a:spcAft>
                <a:spcPts val="0"/>
              </a:spcAft>
              <a:defRPr/>
            </a:pPr>
            <a:r>
              <a:rPr lang="en-US" sz="4400" b="1" dirty="0">
                <a:solidFill>
                  <a:srgbClr val="024069"/>
                </a:solidFill>
                <a:latin typeface="+mn-lt"/>
                <a:cs typeface="Times New Roman" pitchFamily="18" charset="0"/>
              </a:rPr>
              <a:t>Example-Constructor</a:t>
            </a:r>
          </a:p>
        </p:txBody>
      </p:sp>
      <p:sp>
        <p:nvSpPr>
          <p:cNvPr id="28676" name="Rectangle 4"/>
          <p:cNvSpPr>
            <a:spLocks noGrp="1" noChangeArrowheads="1"/>
          </p:cNvSpPr>
          <p:nvPr>
            <p:ph sz="quarter" idx="1"/>
          </p:nvPr>
        </p:nvSpPr>
        <p:spPr/>
        <p:txBody>
          <a:bodyPr>
            <a:normAutofit/>
          </a:bodyPr>
          <a:lstStyle/>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class Box</a:t>
            </a: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a:t>
            </a: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	double width;</a:t>
            </a: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	double height;</a:t>
            </a: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	double depth;</a:t>
            </a: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	Box (double w, double h, double d)</a:t>
            </a: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	{</a:t>
            </a: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		width=w;</a:t>
            </a: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		height=h;</a:t>
            </a: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		depth=d;	</a:t>
            </a: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	}</a:t>
            </a: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	double volume()</a:t>
            </a: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	{</a:t>
            </a: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		return width * height * depth;</a:t>
            </a: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	}</a:t>
            </a: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a:t>
            </a:r>
          </a:p>
        </p:txBody>
      </p:sp>
      <p:sp>
        <p:nvSpPr>
          <p:cNvPr id="28677" name="Rectangle 5"/>
          <p:cNvSpPr>
            <a:spLocks noGrp="1" noChangeArrowheads="1"/>
          </p:cNvSpPr>
          <p:nvPr>
            <p:ph sz="quarter" idx="2"/>
          </p:nvPr>
        </p:nvSpPr>
        <p:spPr>
          <a:xfrm>
            <a:off x="4876800" y="1600200"/>
            <a:ext cx="4267200" cy="4876800"/>
          </a:xfrm>
        </p:spPr>
        <p:txBody>
          <a:bodyPr>
            <a:normAutofit/>
          </a:bodyPr>
          <a:lstStyle/>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Class </a:t>
            </a:r>
            <a:r>
              <a:rPr lang="en-US" sz="1600" dirty="0" err="1">
                <a:latin typeface="Consolas" pitchFamily="49" charset="0"/>
              </a:rPr>
              <a:t>BoxDemo</a:t>
            </a:r>
            <a:endParaRPr lang="en-US" sz="1600" dirty="0">
              <a:latin typeface="Consolas" pitchFamily="49" charset="0"/>
            </a:endParaRP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a:t>
            </a: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	public static void main( String </a:t>
            </a:r>
            <a:r>
              <a:rPr lang="en-US" sz="1600" dirty="0" err="1">
                <a:latin typeface="Consolas" pitchFamily="49" charset="0"/>
              </a:rPr>
              <a:t>args</a:t>
            </a:r>
            <a:r>
              <a:rPr lang="en-US" sz="1600" dirty="0">
                <a:latin typeface="Consolas" pitchFamily="49" charset="0"/>
              </a:rPr>
              <a:t>[])</a:t>
            </a: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	{</a:t>
            </a: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		Box mybox1 = new Box (10,20,15);</a:t>
            </a: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		Box mybox2 = new Box (3,6,9);</a:t>
            </a:r>
          </a:p>
          <a:p>
            <a:pPr marL="274320" indent="-274320" eaLnBrk="1" fontAlgn="auto" hangingPunct="1">
              <a:lnSpc>
                <a:spcPct val="90000"/>
              </a:lnSpc>
              <a:spcAft>
                <a:spcPts val="0"/>
              </a:spcAft>
              <a:buFont typeface="Wingdings" pitchFamily="2" charset="2"/>
              <a:buNone/>
              <a:defRPr/>
            </a:pPr>
            <a:endParaRPr lang="en-US" sz="1600" dirty="0">
              <a:latin typeface="Consolas" pitchFamily="49" charset="0"/>
            </a:endParaRP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		double </a:t>
            </a:r>
            <a:r>
              <a:rPr lang="en-US" sz="1600" dirty="0" err="1">
                <a:latin typeface="Consolas" pitchFamily="49" charset="0"/>
              </a:rPr>
              <a:t>vol</a:t>
            </a:r>
            <a:r>
              <a:rPr lang="en-US" sz="1600" dirty="0">
                <a:latin typeface="Consolas" pitchFamily="49" charset="0"/>
              </a:rPr>
              <a:t>;</a:t>
            </a: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		</a:t>
            </a:r>
            <a:r>
              <a:rPr lang="en-US" sz="1600" dirty="0" err="1">
                <a:latin typeface="Consolas" pitchFamily="49" charset="0"/>
              </a:rPr>
              <a:t>vol</a:t>
            </a:r>
            <a:r>
              <a:rPr lang="en-US" sz="1600" dirty="0">
                <a:latin typeface="Consolas" pitchFamily="49" charset="0"/>
              </a:rPr>
              <a:t> = mybox1.volume();</a:t>
            </a: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		</a:t>
            </a:r>
            <a:r>
              <a:rPr lang="en-US" sz="1600" dirty="0" err="1">
                <a:latin typeface="Consolas" pitchFamily="49" charset="0"/>
              </a:rPr>
              <a:t>System.out.println</a:t>
            </a:r>
            <a:r>
              <a:rPr lang="en-US" sz="1600" dirty="0">
                <a:latin typeface="Consolas" pitchFamily="49" charset="0"/>
              </a:rPr>
              <a:t>(</a:t>
            </a:r>
            <a:r>
              <a:rPr lang="en-US" sz="1600" dirty="0" err="1">
                <a:latin typeface="Consolas" pitchFamily="49" charset="0"/>
              </a:rPr>
              <a:t>vol</a:t>
            </a:r>
            <a:r>
              <a:rPr lang="en-US" sz="1600" dirty="0">
                <a:latin typeface="Consolas" pitchFamily="49" charset="0"/>
              </a:rPr>
              <a:t>);</a:t>
            </a:r>
          </a:p>
          <a:p>
            <a:pPr marL="274320" indent="-274320" eaLnBrk="1" fontAlgn="auto" hangingPunct="1">
              <a:lnSpc>
                <a:spcPct val="90000"/>
              </a:lnSpc>
              <a:spcAft>
                <a:spcPts val="0"/>
              </a:spcAft>
              <a:buFont typeface="Wingdings" pitchFamily="2" charset="2"/>
              <a:buNone/>
              <a:defRPr/>
            </a:pPr>
            <a:endParaRPr lang="en-US" sz="1600" dirty="0">
              <a:latin typeface="Consolas" pitchFamily="49" charset="0"/>
            </a:endParaRP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		</a:t>
            </a:r>
            <a:r>
              <a:rPr lang="en-US" sz="1600" dirty="0" err="1">
                <a:latin typeface="Consolas" pitchFamily="49" charset="0"/>
              </a:rPr>
              <a:t>vol</a:t>
            </a:r>
            <a:r>
              <a:rPr lang="en-US" sz="1600" dirty="0">
                <a:latin typeface="Consolas" pitchFamily="49" charset="0"/>
              </a:rPr>
              <a:t> = mybox2.volume();</a:t>
            </a: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		</a:t>
            </a:r>
            <a:r>
              <a:rPr lang="en-US" sz="1600" dirty="0" err="1">
                <a:latin typeface="Consolas" pitchFamily="49" charset="0"/>
              </a:rPr>
              <a:t>System.out.println</a:t>
            </a:r>
            <a:r>
              <a:rPr lang="en-US" sz="1600" dirty="0">
                <a:latin typeface="Consolas" pitchFamily="49" charset="0"/>
              </a:rPr>
              <a:t>(</a:t>
            </a:r>
            <a:r>
              <a:rPr lang="en-US" sz="1600" dirty="0" err="1">
                <a:latin typeface="Consolas" pitchFamily="49" charset="0"/>
              </a:rPr>
              <a:t>vol</a:t>
            </a:r>
            <a:r>
              <a:rPr lang="en-US" sz="1600" dirty="0">
                <a:latin typeface="Consolas" pitchFamily="49" charset="0"/>
              </a:rPr>
              <a:t>);</a:t>
            </a: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	}</a:t>
            </a:r>
          </a:p>
          <a:p>
            <a:pPr marL="274320" indent="-274320" eaLnBrk="1" fontAlgn="auto" hangingPunct="1">
              <a:lnSpc>
                <a:spcPct val="90000"/>
              </a:lnSpc>
              <a:spcAft>
                <a:spcPts val="0"/>
              </a:spcAft>
              <a:buFont typeface="Wingdings" pitchFamily="2" charset="2"/>
              <a:buNone/>
              <a:defRPr/>
            </a:pPr>
            <a:r>
              <a:rPr lang="en-US" sz="1600" dirty="0">
                <a:latin typeface="Consolas" pitchFamily="49" charset="0"/>
              </a:rPr>
              <a:t>}</a:t>
            </a: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lgn="ctr" eaLnBrk="1" fontAlgn="auto" hangingPunct="1">
              <a:spcAft>
                <a:spcPts val="0"/>
              </a:spcAft>
              <a:defRPr/>
            </a:pPr>
            <a:r>
              <a:rPr lang="en-US" sz="4400" b="1" dirty="0">
                <a:solidFill>
                  <a:srgbClr val="024069"/>
                </a:solidFill>
                <a:cs typeface="Times New Roman" pitchFamily="18" charset="0"/>
              </a:rPr>
              <a:t>The “this” Keyword</a:t>
            </a:r>
          </a:p>
        </p:txBody>
      </p:sp>
      <p:sp>
        <p:nvSpPr>
          <p:cNvPr id="30723" name="Rectangle 3"/>
          <p:cNvSpPr>
            <a:spLocks noGrp="1" noChangeArrowheads="1"/>
          </p:cNvSpPr>
          <p:nvPr>
            <p:ph sz="quarter" idx="1"/>
          </p:nvPr>
        </p:nvSpPr>
        <p:spPr>
          <a:xfrm>
            <a:off x="457200" y="1600200"/>
            <a:ext cx="7467600" cy="4873625"/>
          </a:xfrm>
        </p:spPr>
        <p:txBody>
          <a:bodyPr>
            <a:normAutofit/>
          </a:bodyPr>
          <a:lstStyle/>
          <a:p>
            <a:pPr marL="274320" indent="-274320" eaLnBrk="1" fontAlgn="auto" hangingPunct="1">
              <a:lnSpc>
                <a:spcPct val="80000"/>
              </a:lnSpc>
              <a:spcAft>
                <a:spcPts val="0"/>
              </a:spcAft>
              <a:buFont typeface="Wingdings" pitchFamily="2" charset="2"/>
              <a:buChar char="ü"/>
              <a:defRPr/>
            </a:pPr>
            <a:r>
              <a:rPr lang="en-US" sz="1800" dirty="0">
                <a:latin typeface="Times New Roman" pitchFamily="18" charset="0"/>
              </a:rPr>
              <a:t>The this keyword can be used inside any method to refer to the current object.</a:t>
            </a:r>
          </a:p>
          <a:p>
            <a:pPr marL="274320" indent="-274320" eaLnBrk="1" fontAlgn="auto" hangingPunct="1">
              <a:lnSpc>
                <a:spcPct val="80000"/>
              </a:lnSpc>
              <a:spcAft>
                <a:spcPts val="0"/>
              </a:spcAft>
              <a:buFont typeface="Wingdings" pitchFamily="2" charset="2"/>
              <a:buChar char="ü"/>
              <a:defRPr/>
            </a:pPr>
            <a:r>
              <a:rPr lang="en-US" sz="1800" dirty="0">
                <a:latin typeface="Times New Roman" pitchFamily="18" charset="0"/>
              </a:rPr>
              <a:t>Example:</a:t>
            </a:r>
          </a:p>
          <a:p>
            <a:pPr marL="274320" indent="-274320" eaLnBrk="1" fontAlgn="auto" hangingPunct="1">
              <a:lnSpc>
                <a:spcPct val="80000"/>
              </a:lnSpc>
              <a:spcAft>
                <a:spcPts val="0"/>
              </a:spcAft>
              <a:buFont typeface="Wingdings" pitchFamily="2" charset="2"/>
              <a:buNone/>
              <a:defRPr/>
            </a:pPr>
            <a:r>
              <a:rPr lang="en-US" sz="1800" dirty="0">
                <a:latin typeface="Times New Roman" pitchFamily="18" charset="0"/>
              </a:rPr>
              <a:t>	</a:t>
            </a:r>
            <a:r>
              <a:rPr lang="en-US" sz="1800" dirty="0">
                <a:latin typeface="Consolas" pitchFamily="49" charset="0"/>
              </a:rPr>
              <a:t>Box (double w, double h, double d)</a:t>
            </a:r>
          </a:p>
          <a:p>
            <a:pPr marL="274320" indent="-274320" eaLnBrk="1" fontAlgn="auto" hangingPunct="1">
              <a:lnSpc>
                <a:spcPct val="80000"/>
              </a:lnSpc>
              <a:spcAft>
                <a:spcPts val="0"/>
              </a:spcAft>
              <a:buFont typeface="Wingdings" pitchFamily="2" charset="2"/>
              <a:buNone/>
              <a:defRPr/>
            </a:pPr>
            <a:r>
              <a:rPr lang="en-US" sz="1800" dirty="0">
                <a:latin typeface="Consolas" pitchFamily="49" charset="0"/>
              </a:rPr>
              <a:t>	{</a:t>
            </a:r>
          </a:p>
          <a:p>
            <a:pPr marL="274320" indent="-274320" eaLnBrk="1" fontAlgn="auto" hangingPunct="1">
              <a:lnSpc>
                <a:spcPct val="80000"/>
              </a:lnSpc>
              <a:spcAft>
                <a:spcPts val="0"/>
              </a:spcAft>
              <a:buFont typeface="Wingdings" pitchFamily="2" charset="2"/>
              <a:buNone/>
              <a:defRPr/>
            </a:pPr>
            <a:r>
              <a:rPr lang="en-US" sz="1800" dirty="0">
                <a:latin typeface="Consolas" pitchFamily="49" charset="0"/>
              </a:rPr>
              <a:t>		</a:t>
            </a:r>
            <a:r>
              <a:rPr lang="en-US" sz="1800" dirty="0" err="1">
                <a:latin typeface="Consolas" pitchFamily="49" charset="0"/>
              </a:rPr>
              <a:t>this.width</a:t>
            </a:r>
            <a:r>
              <a:rPr lang="en-US" sz="1800" dirty="0">
                <a:latin typeface="Consolas" pitchFamily="49" charset="0"/>
              </a:rPr>
              <a:t> = w;</a:t>
            </a:r>
          </a:p>
          <a:p>
            <a:pPr marL="274320" indent="-274320" eaLnBrk="1" fontAlgn="auto" hangingPunct="1">
              <a:lnSpc>
                <a:spcPct val="80000"/>
              </a:lnSpc>
              <a:spcAft>
                <a:spcPts val="0"/>
              </a:spcAft>
              <a:buFont typeface="Wingdings" pitchFamily="2" charset="2"/>
              <a:buNone/>
              <a:defRPr/>
            </a:pPr>
            <a:r>
              <a:rPr lang="en-US" sz="1800" dirty="0">
                <a:latin typeface="Consolas" pitchFamily="49" charset="0"/>
              </a:rPr>
              <a:t>		</a:t>
            </a:r>
            <a:r>
              <a:rPr lang="en-US" sz="1800" dirty="0" err="1">
                <a:latin typeface="Consolas" pitchFamily="49" charset="0"/>
              </a:rPr>
              <a:t>this.height</a:t>
            </a:r>
            <a:r>
              <a:rPr lang="en-US" sz="1800" dirty="0">
                <a:latin typeface="Consolas" pitchFamily="49" charset="0"/>
              </a:rPr>
              <a:t> = h;</a:t>
            </a:r>
          </a:p>
          <a:p>
            <a:pPr marL="274320" indent="-274320" eaLnBrk="1" fontAlgn="auto" hangingPunct="1">
              <a:lnSpc>
                <a:spcPct val="80000"/>
              </a:lnSpc>
              <a:spcAft>
                <a:spcPts val="0"/>
              </a:spcAft>
              <a:buFont typeface="Wingdings" pitchFamily="2" charset="2"/>
              <a:buNone/>
              <a:defRPr/>
            </a:pPr>
            <a:r>
              <a:rPr lang="en-US" sz="1800" dirty="0">
                <a:latin typeface="Consolas" pitchFamily="49" charset="0"/>
              </a:rPr>
              <a:t>		</a:t>
            </a:r>
            <a:r>
              <a:rPr lang="en-US" sz="1800" dirty="0" err="1">
                <a:latin typeface="Consolas" pitchFamily="49" charset="0"/>
              </a:rPr>
              <a:t>this.depth</a:t>
            </a:r>
            <a:r>
              <a:rPr lang="en-US" sz="1800" dirty="0">
                <a:latin typeface="Consolas" pitchFamily="49" charset="0"/>
              </a:rPr>
              <a:t> = d;</a:t>
            </a:r>
          </a:p>
          <a:p>
            <a:pPr marL="274320" indent="-274320" eaLnBrk="1" fontAlgn="auto" hangingPunct="1">
              <a:lnSpc>
                <a:spcPct val="80000"/>
              </a:lnSpc>
              <a:spcAft>
                <a:spcPts val="0"/>
              </a:spcAft>
              <a:buFont typeface="Wingdings" pitchFamily="2" charset="2"/>
              <a:buNone/>
              <a:defRPr/>
            </a:pPr>
            <a:r>
              <a:rPr lang="en-US" sz="1800" dirty="0">
                <a:latin typeface="Consolas" pitchFamily="49" charset="0"/>
              </a:rPr>
              <a:t>	}</a:t>
            </a:r>
          </a:p>
          <a:p>
            <a:pPr marL="274320" indent="-274320" eaLnBrk="1" fontAlgn="auto" hangingPunct="1">
              <a:lnSpc>
                <a:spcPct val="80000"/>
              </a:lnSpc>
              <a:spcAft>
                <a:spcPts val="0"/>
              </a:spcAft>
              <a:buFont typeface="Wingdings" pitchFamily="2" charset="2"/>
              <a:buChar char="ü"/>
              <a:defRPr/>
            </a:pPr>
            <a:r>
              <a:rPr lang="en-US" sz="1800" dirty="0">
                <a:latin typeface="Times New Roman" pitchFamily="18" charset="0"/>
              </a:rPr>
              <a:t>Application-Instance Variable Hiding</a:t>
            </a:r>
          </a:p>
          <a:p>
            <a:pPr marL="274320" indent="-274320" eaLnBrk="1" fontAlgn="auto" hangingPunct="1">
              <a:lnSpc>
                <a:spcPct val="80000"/>
              </a:lnSpc>
              <a:spcAft>
                <a:spcPts val="0"/>
              </a:spcAft>
              <a:buFont typeface="Wingdings" pitchFamily="2" charset="2"/>
              <a:buNone/>
              <a:defRPr/>
            </a:pPr>
            <a:r>
              <a:rPr lang="en-US" sz="1800" dirty="0">
                <a:latin typeface="Times New Roman" pitchFamily="18" charset="0"/>
              </a:rPr>
              <a:t>	</a:t>
            </a:r>
            <a:r>
              <a:rPr lang="en-US" sz="1800" dirty="0">
                <a:latin typeface="Consolas" pitchFamily="49" charset="0"/>
              </a:rPr>
              <a:t>Box (double width, double height, double depth)</a:t>
            </a:r>
          </a:p>
          <a:p>
            <a:pPr marL="274320" indent="-274320" eaLnBrk="1" fontAlgn="auto" hangingPunct="1">
              <a:lnSpc>
                <a:spcPct val="80000"/>
              </a:lnSpc>
              <a:spcAft>
                <a:spcPts val="0"/>
              </a:spcAft>
              <a:buFont typeface="Wingdings" pitchFamily="2" charset="2"/>
              <a:buNone/>
              <a:defRPr/>
            </a:pPr>
            <a:r>
              <a:rPr lang="en-US" sz="1800" dirty="0">
                <a:latin typeface="Consolas" pitchFamily="49" charset="0"/>
              </a:rPr>
              <a:t>	{</a:t>
            </a:r>
          </a:p>
          <a:p>
            <a:pPr marL="274320" indent="-274320" eaLnBrk="1" fontAlgn="auto" hangingPunct="1">
              <a:lnSpc>
                <a:spcPct val="80000"/>
              </a:lnSpc>
              <a:spcAft>
                <a:spcPts val="0"/>
              </a:spcAft>
              <a:buFont typeface="Wingdings" pitchFamily="2" charset="2"/>
              <a:buNone/>
              <a:defRPr/>
            </a:pPr>
            <a:r>
              <a:rPr lang="en-US" sz="1800" dirty="0">
                <a:latin typeface="Consolas" pitchFamily="49" charset="0"/>
              </a:rPr>
              <a:t>		this. width = width;</a:t>
            </a:r>
          </a:p>
          <a:p>
            <a:pPr marL="274320" indent="-274320" eaLnBrk="1" fontAlgn="auto" hangingPunct="1">
              <a:lnSpc>
                <a:spcPct val="80000"/>
              </a:lnSpc>
              <a:spcAft>
                <a:spcPts val="0"/>
              </a:spcAft>
              <a:buFont typeface="Wingdings" pitchFamily="2" charset="2"/>
              <a:buNone/>
              <a:defRPr/>
            </a:pPr>
            <a:r>
              <a:rPr lang="en-US" sz="1800" dirty="0">
                <a:latin typeface="Consolas" pitchFamily="49" charset="0"/>
              </a:rPr>
              <a:t>		this. </a:t>
            </a:r>
            <a:r>
              <a:rPr lang="en-US" sz="1800" dirty="0" err="1">
                <a:latin typeface="Consolas" pitchFamily="49" charset="0"/>
              </a:rPr>
              <a:t>heigth</a:t>
            </a:r>
            <a:r>
              <a:rPr lang="en-US" sz="1800" dirty="0">
                <a:latin typeface="Consolas" pitchFamily="49" charset="0"/>
              </a:rPr>
              <a:t> = height;</a:t>
            </a:r>
          </a:p>
          <a:p>
            <a:pPr marL="274320" indent="-274320" eaLnBrk="1" fontAlgn="auto" hangingPunct="1">
              <a:lnSpc>
                <a:spcPct val="80000"/>
              </a:lnSpc>
              <a:spcAft>
                <a:spcPts val="0"/>
              </a:spcAft>
              <a:buFont typeface="Wingdings" pitchFamily="2" charset="2"/>
              <a:buNone/>
              <a:defRPr/>
            </a:pPr>
            <a:r>
              <a:rPr lang="en-US" sz="1800" dirty="0">
                <a:latin typeface="Consolas" pitchFamily="49" charset="0"/>
              </a:rPr>
              <a:t>		this. depth = depth;</a:t>
            </a:r>
          </a:p>
          <a:p>
            <a:pPr marL="274320" indent="-274320" eaLnBrk="1" fontAlgn="auto" hangingPunct="1">
              <a:lnSpc>
                <a:spcPct val="80000"/>
              </a:lnSpc>
              <a:spcAft>
                <a:spcPts val="0"/>
              </a:spcAft>
              <a:buFont typeface="Wingdings" pitchFamily="2" charset="2"/>
              <a:buNone/>
              <a:defRPr/>
            </a:pPr>
            <a:endParaRPr lang="en-US" sz="1800" dirty="0">
              <a:latin typeface="Consolas" pitchFamily="49" charset="0"/>
            </a:endParaRPr>
          </a:p>
          <a:p>
            <a:pPr marL="274320" indent="-274320" eaLnBrk="1" fontAlgn="auto" hangingPunct="1">
              <a:lnSpc>
                <a:spcPct val="80000"/>
              </a:lnSpc>
              <a:spcAft>
                <a:spcPts val="0"/>
              </a:spcAft>
              <a:buFont typeface="Wingdings" pitchFamily="2" charset="2"/>
              <a:buNone/>
              <a:defRPr/>
            </a:pPr>
            <a:r>
              <a:rPr lang="en-US" sz="1800" dirty="0">
                <a:latin typeface="Consolas" pitchFamily="49" charset="0"/>
              </a:rPr>
              <a:t>	}</a:t>
            </a: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algn="ctr" eaLnBrk="1" fontAlgn="auto" hangingPunct="1">
              <a:spcAft>
                <a:spcPts val="0"/>
              </a:spcAft>
              <a:defRPr/>
            </a:pPr>
            <a:r>
              <a:rPr lang="en-US" sz="4400" b="1" dirty="0">
                <a:solidFill>
                  <a:srgbClr val="024069"/>
                </a:solidFill>
                <a:cs typeface="Times New Roman" pitchFamily="18" charset="0"/>
              </a:rPr>
              <a:t>Garbage Collection</a:t>
            </a:r>
          </a:p>
        </p:txBody>
      </p:sp>
      <p:sp>
        <p:nvSpPr>
          <p:cNvPr id="27651" name="Rectangle 3"/>
          <p:cNvSpPr>
            <a:spLocks noGrp="1" noChangeArrowheads="1"/>
          </p:cNvSpPr>
          <p:nvPr>
            <p:ph sz="quarter" idx="1"/>
          </p:nvPr>
        </p:nvSpPr>
        <p:spPr>
          <a:xfrm>
            <a:off x="457200" y="1219200"/>
            <a:ext cx="8229600" cy="5254625"/>
          </a:xfrm>
        </p:spPr>
        <p:txBody>
          <a:bodyPr/>
          <a:lstStyle/>
          <a:p>
            <a:pPr eaLnBrk="1" hangingPunct="1">
              <a:buFont typeface="Wingdings" pitchFamily="2" charset="2"/>
              <a:buChar char="ü"/>
            </a:pPr>
            <a:r>
              <a:rPr lang="en-US" sz="2400" dirty="0"/>
              <a:t>Java handles deallocation automatically.</a:t>
            </a:r>
          </a:p>
          <a:p>
            <a:pPr eaLnBrk="1" hangingPunct="1">
              <a:buFont typeface="Wingdings" pitchFamily="2" charset="2"/>
              <a:buChar char="ü"/>
            </a:pPr>
            <a:endParaRPr lang="en-US" sz="2400" dirty="0"/>
          </a:p>
          <a:p>
            <a:pPr eaLnBrk="1" hangingPunct="1">
              <a:buFont typeface="Wingdings" pitchFamily="2" charset="2"/>
              <a:buChar char="ü"/>
            </a:pPr>
            <a:r>
              <a:rPr lang="en-US" sz="2400" dirty="0"/>
              <a:t>Garbage collection system automatically deallocates space for the programmer.</a:t>
            </a:r>
          </a:p>
          <a:p>
            <a:pPr eaLnBrk="1" hangingPunct="1">
              <a:buFont typeface="Wingdings" pitchFamily="2" charset="2"/>
              <a:buChar char="ü"/>
            </a:pPr>
            <a:endParaRPr lang="en-US" sz="2400" dirty="0"/>
          </a:p>
          <a:p>
            <a:pPr eaLnBrk="1" hangingPunct="1">
              <a:buFont typeface="Wingdings" pitchFamily="2" charset="2"/>
              <a:buChar char="ü"/>
            </a:pPr>
            <a:r>
              <a:rPr lang="en-US" sz="2400" dirty="0"/>
              <a:t>It runs periodically.</a:t>
            </a:r>
          </a:p>
          <a:p>
            <a:pPr eaLnBrk="1" hangingPunct="1">
              <a:buFont typeface="Wingdings" pitchFamily="2" charset="2"/>
              <a:buChar char="ü"/>
            </a:pPr>
            <a:endParaRPr lang="en-US" sz="2400" dirty="0"/>
          </a:p>
          <a:p>
            <a:pPr eaLnBrk="1" hangingPunct="1">
              <a:buFont typeface="Wingdings" pitchFamily="2" charset="2"/>
              <a:buChar char="ü"/>
            </a:pPr>
            <a:r>
              <a:rPr lang="en-US" sz="2400" dirty="0"/>
              <a:t>It automatically releases space for an object, when no reference to the object exists.</a:t>
            </a: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algn="ctr" eaLnBrk="1" fontAlgn="auto" hangingPunct="1">
              <a:spcAft>
                <a:spcPts val="0"/>
              </a:spcAft>
              <a:defRPr/>
            </a:pPr>
            <a:r>
              <a:rPr lang="en-US" sz="4400" b="1" dirty="0">
                <a:solidFill>
                  <a:srgbClr val="024069"/>
                </a:solidFill>
                <a:latin typeface="+mn-lt"/>
                <a:cs typeface="Times New Roman" pitchFamily="18" charset="0"/>
              </a:rPr>
              <a:t>The finalize( ) Method</a:t>
            </a:r>
          </a:p>
        </p:txBody>
      </p:sp>
      <p:sp>
        <p:nvSpPr>
          <p:cNvPr id="28675" name="Rectangle 3"/>
          <p:cNvSpPr>
            <a:spLocks noGrp="1" noChangeArrowheads="1"/>
          </p:cNvSpPr>
          <p:nvPr>
            <p:ph sz="quarter" idx="1"/>
          </p:nvPr>
        </p:nvSpPr>
        <p:spPr>
          <a:xfrm>
            <a:off x="457200" y="1600200"/>
            <a:ext cx="7467600" cy="4873625"/>
          </a:xfrm>
        </p:spPr>
        <p:txBody>
          <a:bodyPr/>
          <a:lstStyle/>
          <a:p>
            <a:pPr eaLnBrk="1" hangingPunct="1">
              <a:buFont typeface="Wingdings" pitchFamily="2" charset="2"/>
              <a:buChar char="ü"/>
            </a:pPr>
            <a:r>
              <a:rPr lang="en-US" sz="2400" dirty="0"/>
              <a:t>By using finalize (), it is possible to define actions that will occur when an object is just about to be reclaimed by the garbage collector.</a:t>
            </a:r>
          </a:p>
          <a:p>
            <a:pPr eaLnBrk="1" hangingPunct="1">
              <a:buFont typeface="Wingdings" pitchFamily="2" charset="2"/>
              <a:buChar char="ü"/>
            </a:pPr>
            <a:r>
              <a:rPr lang="en-US" sz="2400" dirty="0"/>
              <a:t>Java runtime system calls the method whenever it is about to recycle an object of that class.</a:t>
            </a:r>
          </a:p>
          <a:p>
            <a:pPr eaLnBrk="1" hangingPunct="1">
              <a:buFont typeface="Wingdings" pitchFamily="2" charset="2"/>
              <a:buChar char="ü"/>
            </a:pPr>
            <a:r>
              <a:rPr lang="en-US" sz="2400" dirty="0">
                <a:latin typeface="Consolas" pitchFamily="49" charset="0"/>
              </a:rPr>
              <a:t>protected void finalize ()	</a:t>
            </a:r>
          </a:p>
          <a:p>
            <a:pPr eaLnBrk="1" hangingPunct="1">
              <a:buFont typeface="Wingdings" pitchFamily="2" charset="2"/>
              <a:buNone/>
            </a:pPr>
            <a:r>
              <a:rPr lang="en-US" sz="2400" dirty="0">
                <a:latin typeface="Consolas" pitchFamily="49" charset="0"/>
              </a:rPr>
              <a:t>	{</a:t>
            </a:r>
          </a:p>
          <a:p>
            <a:pPr eaLnBrk="1" hangingPunct="1">
              <a:buFont typeface="Wingdings" pitchFamily="2" charset="2"/>
              <a:buNone/>
            </a:pPr>
            <a:r>
              <a:rPr lang="en-US" sz="2400" dirty="0">
                <a:latin typeface="Consolas" pitchFamily="49" charset="0"/>
              </a:rPr>
              <a:t>		//code here</a:t>
            </a:r>
          </a:p>
          <a:p>
            <a:pPr eaLnBrk="1" hangingPunct="1">
              <a:buFont typeface="Wingdings" pitchFamily="2" charset="2"/>
              <a:buNone/>
            </a:pPr>
            <a:r>
              <a:rPr lang="en-US" sz="2400" dirty="0">
                <a:latin typeface="Consolas" pitchFamily="49" charset="0"/>
              </a:rPr>
              <a:t>	}</a:t>
            </a:r>
          </a:p>
          <a:p>
            <a:pPr eaLnBrk="1" hangingPunct="1">
              <a:buFont typeface="Wingdings" pitchFamily="2" charset="2"/>
              <a:buChar char="ü"/>
            </a:pPr>
            <a:r>
              <a:rPr lang="en-US" sz="2400" dirty="0"/>
              <a:t>It is only called just prior to garbage collection.</a:t>
            </a: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9" name="Rectangle 3"/>
          <p:cNvSpPr>
            <a:spLocks noGrp="1" noChangeArrowheads="1"/>
          </p:cNvSpPr>
          <p:nvPr>
            <p:ph type="body" idx="1"/>
          </p:nvPr>
        </p:nvSpPr>
        <p:spPr>
          <a:xfrm>
            <a:off x="457200" y="1295399"/>
            <a:ext cx="8229600" cy="4495801"/>
          </a:xfrm>
        </p:spPr>
        <p:txBody>
          <a:bodyPr/>
          <a:lstStyle/>
          <a:p>
            <a:pPr>
              <a:buNone/>
            </a:pPr>
            <a:endParaRPr lang="en-US" sz="7200" noProof="1">
              <a:solidFill>
                <a:srgbClr val="024069"/>
              </a:solidFill>
            </a:endParaRPr>
          </a:p>
          <a:p>
            <a:pPr marL="0" indent="0" algn="ctr">
              <a:buNone/>
            </a:pPr>
            <a:r>
              <a:rPr lang="en-US" sz="7200" noProof="1">
                <a:solidFill>
                  <a:srgbClr val="024069"/>
                </a:solidFill>
              </a:rPr>
              <a:t>Thank You</a:t>
            </a:r>
          </a:p>
        </p:txBody>
      </p:sp>
      <p:grpSp>
        <p:nvGrpSpPr>
          <p:cNvPr id="2" name="Group 11"/>
          <p:cNvGrpSpPr>
            <a:grpSpLocks/>
          </p:cNvGrpSpPr>
          <p:nvPr/>
        </p:nvGrpSpPr>
        <p:grpSpPr bwMode="auto">
          <a:xfrm>
            <a:off x="609600" y="533400"/>
            <a:ext cx="303213" cy="303213"/>
            <a:chOff x="703" y="300"/>
            <a:chExt cx="181" cy="181"/>
          </a:xfrm>
        </p:grpSpPr>
        <p:sp>
          <p:nvSpPr>
            <p:cNvPr id="4108" name="Freeform 12"/>
            <p:cNvSpPr>
              <a:spLocks/>
            </p:cNvSpPr>
            <p:nvPr/>
          </p:nvSpPr>
          <p:spPr bwMode="auto">
            <a:xfrm>
              <a:off x="736" y="300"/>
              <a:ext cx="81" cy="46"/>
            </a:xfrm>
            <a:custGeom>
              <a:avLst/>
              <a:gdLst/>
              <a:ahLst/>
              <a:cxnLst>
                <a:cxn ang="0">
                  <a:pos x="247" y="124"/>
                </a:cxn>
                <a:cxn ang="0">
                  <a:pos x="283" y="11"/>
                </a:cxn>
                <a:cxn ang="0">
                  <a:pos x="283" y="11"/>
                </a:cxn>
                <a:cxn ang="0">
                  <a:pos x="264" y="6"/>
                </a:cxn>
                <a:cxn ang="0">
                  <a:pos x="244" y="3"/>
                </a:cxn>
                <a:cxn ang="0">
                  <a:pos x="226" y="2"/>
                </a:cxn>
                <a:cxn ang="0">
                  <a:pos x="206" y="0"/>
                </a:cxn>
                <a:cxn ang="0">
                  <a:pos x="187" y="0"/>
                </a:cxn>
                <a:cxn ang="0">
                  <a:pos x="169" y="2"/>
                </a:cxn>
                <a:cxn ang="0">
                  <a:pos x="150" y="4"/>
                </a:cxn>
                <a:cxn ang="0">
                  <a:pos x="131" y="7"/>
                </a:cxn>
                <a:cxn ang="0">
                  <a:pos x="114" y="12"/>
                </a:cxn>
                <a:cxn ang="0">
                  <a:pos x="97" y="18"/>
                </a:cxn>
                <a:cxn ang="0">
                  <a:pos x="79" y="24"/>
                </a:cxn>
                <a:cxn ang="0">
                  <a:pos x="62" y="32"/>
                </a:cxn>
                <a:cxn ang="0">
                  <a:pos x="45" y="40"/>
                </a:cxn>
                <a:cxn ang="0">
                  <a:pos x="29" y="49"/>
                </a:cxn>
                <a:cxn ang="0">
                  <a:pos x="14" y="60"/>
                </a:cxn>
                <a:cxn ang="0">
                  <a:pos x="0" y="71"/>
                </a:cxn>
                <a:cxn ang="0">
                  <a:pos x="79" y="160"/>
                </a:cxn>
                <a:cxn ang="0">
                  <a:pos x="79" y="160"/>
                </a:cxn>
                <a:cxn ang="0">
                  <a:pos x="97" y="147"/>
                </a:cxn>
                <a:cxn ang="0">
                  <a:pos x="116" y="136"/>
                </a:cxn>
                <a:cxn ang="0">
                  <a:pos x="136" y="128"/>
                </a:cxn>
                <a:cxn ang="0">
                  <a:pos x="157" y="123"/>
                </a:cxn>
                <a:cxn ang="0">
                  <a:pos x="179" y="119"/>
                </a:cxn>
                <a:cxn ang="0">
                  <a:pos x="201" y="118"/>
                </a:cxn>
                <a:cxn ang="0">
                  <a:pos x="223" y="120"/>
                </a:cxn>
                <a:cxn ang="0">
                  <a:pos x="247" y="124"/>
                </a:cxn>
                <a:cxn ang="0">
                  <a:pos x="247" y="124"/>
                </a:cxn>
              </a:cxnLst>
              <a:rect l="0" t="0" r="r" b="b"/>
              <a:pathLst>
                <a:path w="283" h="160">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w="9525">
              <a:noFill/>
              <a:round/>
              <a:headEnd/>
              <a:tailEnd/>
            </a:ln>
          </p:spPr>
          <p:txBody>
            <a:bodyPr/>
            <a:lstStyle/>
            <a:p>
              <a:endParaRPr lang="en-US" dirty="0"/>
            </a:p>
          </p:txBody>
        </p:sp>
        <p:sp>
          <p:nvSpPr>
            <p:cNvPr id="4109" name="Freeform 13"/>
            <p:cNvSpPr>
              <a:spLocks/>
            </p:cNvSpPr>
            <p:nvPr/>
          </p:nvSpPr>
          <p:spPr bwMode="auto">
            <a:xfrm>
              <a:off x="835" y="376"/>
              <a:ext cx="49" cy="79"/>
            </a:xfrm>
            <a:custGeom>
              <a:avLst/>
              <a:gdLst/>
              <a:ahLst/>
              <a:cxnLst>
                <a:cxn ang="0">
                  <a:pos x="44" y="113"/>
                </a:cxn>
                <a:cxn ang="0">
                  <a:pos x="44" y="113"/>
                </a:cxn>
                <a:cxn ang="0">
                  <a:pos x="36" y="134"/>
                </a:cxn>
                <a:cxn ang="0">
                  <a:pos x="26" y="154"/>
                </a:cxn>
                <a:cxn ang="0">
                  <a:pos x="14" y="171"/>
                </a:cxn>
                <a:cxn ang="0">
                  <a:pos x="0" y="188"/>
                </a:cxn>
                <a:cxn ang="0">
                  <a:pos x="79" y="276"/>
                </a:cxn>
                <a:cxn ang="0">
                  <a:pos x="79" y="276"/>
                </a:cxn>
                <a:cxn ang="0">
                  <a:pos x="92" y="263"/>
                </a:cxn>
                <a:cxn ang="0">
                  <a:pos x="104" y="249"/>
                </a:cxn>
                <a:cxn ang="0">
                  <a:pos x="115" y="234"/>
                </a:cxn>
                <a:cxn ang="0">
                  <a:pos x="125" y="219"/>
                </a:cxn>
                <a:cxn ang="0">
                  <a:pos x="135" y="203"/>
                </a:cxn>
                <a:cxn ang="0">
                  <a:pos x="143" y="185"/>
                </a:cxn>
                <a:cxn ang="0">
                  <a:pos x="150" y="168"/>
                </a:cxn>
                <a:cxn ang="0">
                  <a:pos x="157" y="149"/>
                </a:cxn>
                <a:cxn ang="0">
                  <a:pos x="157" y="149"/>
                </a:cxn>
                <a:cxn ang="0">
                  <a:pos x="163" y="131"/>
                </a:cxn>
                <a:cxn ang="0">
                  <a:pos x="166" y="112"/>
                </a:cxn>
                <a:cxn ang="0">
                  <a:pos x="170" y="93"/>
                </a:cxn>
                <a:cxn ang="0">
                  <a:pos x="172" y="75"/>
                </a:cxn>
                <a:cxn ang="0">
                  <a:pos x="172" y="56"/>
                </a:cxn>
                <a:cxn ang="0">
                  <a:pos x="172" y="38"/>
                </a:cxn>
                <a:cxn ang="0">
                  <a:pos x="171" y="19"/>
                </a:cxn>
                <a:cxn ang="0">
                  <a:pos x="169" y="0"/>
                </a:cxn>
                <a:cxn ang="0">
                  <a:pos x="52" y="26"/>
                </a:cxn>
                <a:cxn ang="0">
                  <a:pos x="52" y="26"/>
                </a:cxn>
                <a:cxn ang="0">
                  <a:pos x="54" y="47"/>
                </a:cxn>
                <a:cxn ang="0">
                  <a:pos x="54" y="69"/>
                </a:cxn>
                <a:cxn ang="0">
                  <a:pos x="50" y="91"/>
                </a:cxn>
                <a:cxn ang="0">
                  <a:pos x="44" y="113"/>
                </a:cxn>
                <a:cxn ang="0">
                  <a:pos x="44" y="113"/>
                </a:cxn>
              </a:cxnLst>
              <a:rect l="0" t="0" r="r" b="b"/>
              <a:pathLst>
                <a:path w="172" h="276">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w="9525">
              <a:noFill/>
              <a:round/>
              <a:headEnd/>
              <a:tailEnd/>
            </a:ln>
          </p:spPr>
          <p:txBody>
            <a:bodyPr/>
            <a:lstStyle/>
            <a:p>
              <a:endParaRPr lang="en-US" dirty="0"/>
            </a:p>
          </p:txBody>
        </p:sp>
        <p:sp>
          <p:nvSpPr>
            <p:cNvPr id="4110" name="Freeform 14"/>
            <p:cNvSpPr>
              <a:spLocks/>
            </p:cNvSpPr>
            <p:nvPr/>
          </p:nvSpPr>
          <p:spPr bwMode="auto">
            <a:xfrm>
              <a:off x="703" y="326"/>
              <a:ext cx="50" cy="79"/>
            </a:xfrm>
            <a:custGeom>
              <a:avLst/>
              <a:gdLst/>
              <a:ahLst/>
              <a:cxnLst>
                <a:cxn ang="0">
                  <a:pos x="128" y="163"/>
                </a:cxn>
                <a:cxn ang="0">
                  <a:pos x="128" y="163"/>
                </a:cxn>
                <a:cxn ang="0">
                  <a:pos x="136" y="142"/>
                </a:cxn>
                <a:cxn ang="0">
                  <a:pos x="146" y="122"/>
                </a:cxn>
                <a:cxn ang="0">
                  <a:pos x="159" y="105"/>
                </a:cxn>
                <a:cxn ang="0">
                  <a:pos x="173" y="89"/>
                </a:cxn>
                <a:cxn ang="0">
                  <a:pos x="94" y="0"/>
                </a:cxn>
                <a:cxn ang="0">
                  <a:pos x="94" y="0"/>
                </a:cxn>
                <a:cxn ang="0">
                  <a:pos x="81" y="13"/>
                </a:cxn>
                <a:cxn ang="0">
                  <a:pos x="69" y="27"/>
                </a:cxn>
                <a:cxn ang="0">
                  <a:pos x="58" y="42"/>
                </a:cxn>
                <a:cxn ang="0">
                  <a:pos x="47" y="57"/>
                </a:cxn>
                <a:cxn ang="0">
                  <a:pos x="38" y="74"/>
                </a:cxn>
                <a:cxn ang="0">
                  <a:pos x="30" y="91"/>
                </a:cxn>
                <a:cxn ang="0">
                  <a:pos x="22" y="108"/>
                </a:cxn>
                <a:cxn ang="0">
                  <a:pos x="16" y="127"/>
                </a:cxn>
                <a:cxn ang="0">
                  <a:pos x="16" y="127"/>
                </a:cxn>
                <a:cxn ang="0">
                  <a:pos x="10" y="146"/>
                </a:cxn>
                <a:cxn ang="0">
                  <a:pos x="6" y="164"/>
                </a:cxn>
                <a:cxn ang="0">
                  <a:pos x="3" y="183"/>
                </a:cxn>
                <a:cxn ang="0">
                  <a:pos x="1" y="201"/>
                </a:cxn>
                <a:cxn ang="0">
                  <a:pos x="0" y="220"/>
                </a:cxn>
                <a:cxn ang="0">
                  <a:pos x="1" y="239"/>
                </a:cxn>
                <a:cxn ang="0">
                  <a:pos x="2" y="257"/>
                </a:cxn>
                <a:cxn ang="0">
                  <a:pos x="4" y="276"/>
                </a:cxn>
                <a:cxn ang="0">
                  <a:pos x="121" y="250"/>
                </a:cxn>
                <a:cxn ang="0">
                  <a:pos x="121" y="250"/>
                </a:cxn>
                <a:cxn ang="0">
                  <a:pos x="118" y="229"/>
                </a:cxn>
                <a:cxn ang="0">
                  <a:pos x="119" y="207"/>
                </a:cxn>
                <a:cxn ang="0">
                  <a:pos x="122" y="185"/>
                </a:cxn>
                <a:cxn ang="0">
                  <a:pos x="128" y="163"/>
                </a:cxn>
                <a:cxn ang="0">
                  <a:pos x="128" y="163"/>
                </a:cxn>
              </a:cxnLst>
              <a:rect l="0" t="0" r="r" b="b"/>
              <a:pathLst>
                <a:path w="173" h="276">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w="9525">
              <a:noFill/>
              <a:round/>
              <a:headEnd/>
              <a:tailEnd/>
            </a:ln>
          </p:spPr>
          <p:txBody>
            <a:bodyPr/>
            <a:lstStyle/>
            <a:p>
              <a:endParaRPr lang="en-US" dirty="0"/>
            </a:p>
          </p:txBody>
        </p:sp>
        <p:sp>
          <p:nvSpPr>
            <p:cNvPr id="4111" name="Freeform 15"/>
            <p:cNvSpPr>
              <a:spLocks/>
            </p:cNvSpPr>
            <p:nvPr/>
          </p:nvSpPr>
          <p:spPr bwMode="auto">
            <a:xfrm>
              <a:off x="706" y="407"/>
              <a:ext cx="66" cy="68"/>
            </a:xfrm>
            <a:custGeom>
              <a:avLst/>
              <a:gdLst/>
              <a:ahLst/>
              <a:cxnLst>
                <a:cxn ang="0">
                  <a:pos x="115" y="0"/>
                </a:cxn>
                <a:cxn ang="0">
                  <a:pos x="0" y="24"/>
                </a:cxn>
                <a:cxn ang="0">
                  <a:pos x="0" y="24"/>
                </a:cxn>
                <a:cxn ang="0">
                  <a:pos x="5" y="41"/>
                </a:cxn>
                <a:cxn ang="0">
                  <a:pos x="11" y="59"/>
                </a:cxn>
                <a:cxn ang="0">
                  <a:pos x="19" y="76"/>
                </a:cxn>
                <a:cxn ang="0">
                  <a:pos x="27" y="93"/>
                </a:cxn>
                <a:cxn ang="0">
                  <a:pos x="36" y="109"/>
                </a:cxn>
                <a:cxn ang="0">
                  <a:pos x="47" y="124"/>
                </a:cxn>
                <a:cxn ang="0">
                  <a:pos x="57" y="139"/>
                </a:cxn>
                <a:cxn ang="0">
                  <a:pos x="69" y="153"/>
                </a:cxn>
                <a:cxn ang="0">
                  <a:pos x="82" y="167"/>
                </a:cxn>
                <a:cxn ang="0">
                  <a:pos x="96" y="180"/>
                </a:cxn>
                <a:cxn ang="0">
                  <a:pos x="110" y="191"/>
                </a:cxn>
                <a:cxn ang="0">
                  <a:pos x="126" y="203"/>
                </a:cxn>
                <a:cxn ang="0">
                  <a:pos x="141" y="213"/>
                </a:cxn>
                <a:cxn ang="0">
                  <a:pos x="158" y="223"/>
                </a:cxn>
                <a:cxn ang="0">
                  <a:pos x="176" y="231"/>
                </a:cxn>
                <a:cxn ang="0">
                  <a:pos x="193" y="239"/>
                </a:cxn>
                <a:cxn ang="0">
                  <a:pos x="230" y="126"/>
                </a:cxn>
                <a:cxn ang="0">
                  <a:pos x="230" y="126"/>
                </a:cxn>
                <a:cxn ang="0">
                  <a:pos x="210" y="116"/>
                </a:cxn>
                <a:cxn ang="0">
                  <a:pos x="191" y="104"/>
                </a:cxn>
                <a:cxn ang="0">
                  <a:pos x="174" y="90"/>
                </a:cxn>
                <a:cxn ang="0">
                  <a:pos x="157" y="75"/>
                </a:cxn>
                <a:cxn ang="0">
                  <a:pos x="144" y="58"/>
                </a:cxn>
                <a:cxn ang="0">
                  <a:pos x="133" y="39"/>
                </a:cxn>
                <a:cxn ang="0">
                  <a:pos x="122" y="19"/>
                </a:cxn>
                <a:cxn ang="0">
                  <a:pos x="115" y="0"/>
                </a:cxn>
                <a:cxn ang="0">
                  <a:pos x="115" y="0"/>
                </a:cxn>
              </a:cxnLst>
              <a:rect l="0" t="0" r="r" b="b"/>
              <a:pathLst>
                <a:path w="230" h="239">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w="9525">
              <a:noFill/>
              <a:round/>
              <a:headEnd/>
              <a:tailEnd/>
            </a:ln>
          </p:spPr>
          <p:txBody>
            <a:bodyPr/>
            <a:lstStyle/>
            <a:p>
              <a:endParaRPr lang="en-US" dirty="0"/>
            </a:p>
          </p:txBody>
        </p:sp>
        <p:sp>
          <p:nvSpPr>
            <p:cNvPr id="4112" name="Freeform 16"/>
            <p:cNvSpPr>
              <a:spLocks/>
            </p:cNvSpPr>
            <p:nvPr/>
          </p:nvSpPr>
          <p:spPr bwMode="auto">
            <a:xfrm>
              <a:off x="815" y="306"/>
              <a:ext cx="66" cy="69"/>
            </a:xfrm>
            <a:custGeom>
              <a:avLst/>
              <a:gdLst/>
              <a:ahLst/>
              <a:cxnLst>
                <a:cxn ang="0">
                  <a:pos x="113" y="240"/>
                </a:cxn>
                <a:cxn ang="0">
                  <a:pos x="230" y="214"/>
                </a:cxn>
                <a:cxn ang="0">
                  <a:pos x="230" y="214"/>
                </a:cxn>
                <a:cxn ang="0">
                  <a:pos x="225" y="197"/>
                </a:cxn>
                <a:cxn ang="0">
                  <a:pos x="218" y="179"/>
                </a:cxn>
                <a:cxn ang="0">
                  <a:pos x="211" y="162"/>
                </a:cxn>
                <a:cxn ang="0">
                  <a:pos x="203" y="146"/>
                </a:cxn>
                <a:cxn ang="0">
                  <a:pos x="194" y="129"/>
                </a:cxn>
                <a:cxn ang="0">
                  <a:pos x="183" y="114"/>
                </a:cxn>
                <a:cxn ang="0">
                  <a:pos x="173" y="99"/>
                </a:cxn>
                <a:cxn ang="0">
                  <a:pos x="160" y="85"/>
                </a:cxn>
                <a:cxn ang="0">
                  <a:pos x="147" y="71"/>
                </a:cxn>
                <a:cxn ang="0">
                  <a:pos x="134" y="58"/>
                </a:cxn>
                <a:cxn ang="0">
                  <a:pos x="119" y="47"/>
                </a:cxn>
                <a:cxn ang="0">
                  <a:pos x="104" y="35"/>
                </a:cxn>
                <a:cxn ang="0">
                  <a:pos x="88" y="25"/>
                </a:cxn>
                <a:cxn ang="0">
                  <a:pos x="72" y="15"/>
                </a:cxn>
                <a:cxn ang="0">
                  <a:pos x="54" y="7"/>
                </a:cxn>
                <a:cxn ang="0">
                  <a:pos x="36" y="0"/>
                </a:cxn>
                <a:cxn ang="0">
                  <a:pos x="0" y="112"/>
                </a:cxn>
                <a:cxn ang="0">
                  <a:pos x="0" y="112"/>
                </a:cxn>
                <a:cxn ang="0">
                  <a:pos x="20" y="122"/>
                </a:cxn>
                <a:cxn ang="0">
                  <a:pos x="39" y="134"/>
                </a:cxn>
                <a:cxn ang="0">
                  <a:pos x="57" y="148"/>
                </a:cxn>
                <a:cxn ang="0">
                  <a:pos x="72" y="164"/>
                </a:cxn>
                <a:cxn ang="0">
                  <a:pos x="86" y="181"/>
                </a:cxn>
                <a:cxn ang="0">
                  <a:pos x="97" y="199"/>
                </a:cxn>
                <a:cxn ang="0">
                  <a:pos x="106" y="219"/>
                </a:cxn>
                <a:cxn ang="0">
                  <a:pos x="113" y="240"/>
                </a:cxn>
                <a:cxn ang="0">
                  <a:pos x="113" y="240"/>
                </a:cxn>
              </a:cxnLst>
              <a:rect l="0" t="0" r="r" b="b"/>
              <a:pathLst>
                <a:path w="230" h="24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w="9525">
              <a:noFill/>
              <a:round/>
              <a:headEnd/>
              <a:tailEnd/>
            </a:ln>
          </p:spPr>
          <p:txBody>
            <a:bodyPr/>
            <a:lstStyle/>
            <a:p>
              <a:endParaRPr lang="en-US" dirty="0"/>
            </a:p>
          </p:txBody>
        </p:sp>
        <p:sp>
          <p:nvSpPr>
            <p:cNvPr id="4113" name="Freeform 17"/>
            <p:cNvSpPr>
              <a:spLocks/>
            </p:cNvSpPr>
            <p:nvPr/>
          </p:nvSpPr>
          <p:spPr bwMode="auto">
            <a:xfrm>
              <a:off x="770" y="435"/>
              <a:ext cx="81" cy="46"/>
            </a:xfrm>
            <a:custGeom>
              <a:avLst/>
              <a:gdLst/>
              <a:ahLst/>
              <a:cxnLst>
                <a:cxn ang="0">
                  <a:pos x="37" y="36"/>
                </a:cxn>
                <a:cxn ang="0">
                  <a:pos x="0" y="148"/>
                </a:cxn>
                <a:cxn ang="0">
                  <a:pos x="0" y="148"/>
                </a:cxn>
                <a:cxn ang="0">
                  <a:pos x="19" y="153"/>
                </a:cxn>
                <a:cxn ang="0">
                  <a:pos x="38" y="156"/>
                </a:cxn>
                <a:cxn ang="0">
                  <a:pos x="57" y="158"/>
                </a:cxn>
                <a:cxn ang="0">
                  <a:pos x="76" y="159"/>
                </a:cxn>
                <a:cxn ang="0">
                  <a:pos x="96" y="159"/>
                </a:cxn>
                <a:cxn ang="0">
                  <a:pos x="114" y="158"/>
                </a:cxn>
                <a:cxn ang="0">
                  <a:pos x="133" y="155"/>
                </a:cxn>
                <a:cxn ang="0">
                  <a:pos x="150" y="152"/>
                </a:cxn>
                <a:cxn ang="0">
                  <a:pos x="169" y="147"/>
                </a:cxn>
                <a:cxn ang="0">
                  <a:pos x="186" y="141"/>
                </a:cxn>
                <a:cxn ang="0">
                  <a:pos x="204" y="136"/>
                </a:cxn>
                <a:cxn ang="0">
                  <a:pos x="220" y="127"/>
                </a:cxn>
                <a:cxn ang="0">
                  <a:pos x="238" y="119"/>
                </a:cxn>
                <a:cxn ang="0">
                  <a:pos x="253" y="110"/>
                </a:cxn>
                <a:cxn ang="0">
                  <a:pos x="268" y="99"/>
                </a:cxn>
                <a:cxn ang="0">
                  <a:pos x="283" y="88"/>
                </a:cxn>
                <a:cxn ang="0">
                  <a:pos x="204" y="0"/>
                </a:cxn>
                <a:cxn ang="0">
                  <a:pos x="204" y="0"/>
                </a:cxn>
                <a:cxn ang="0">
                  <a:pos x="185" y="12"/>
                </a:cxn>
                <a:cxn ang="0">
                  <a:pos x="167" y="23"/>
                </a:cxn>
                <a:cxn ang="0">
                  <a:pos x="146" y="31"/>
                </a:cxn>
                <a:cxn ang="0">
                  <a:pos x="125" y="37"/>
                </a:cxn>
                <a:cxn ang="0">
                  <a:pos x="104" y="40"/>
                </a:cxn>
                <a:cxn ang="0">
                  <a:pos x="82" y="41"/>
                </a:cxn>
                <a:cxn ang="0">
                  <a:pos x="59" y="39"/>
                </a:cxn>
                <a:cxn ang="0">
                  <a:pos x="37" y="36"/>
                </a:cxn>
                <a:cxn ang="0">
                  <a:pos x="37" y="36"/>
                </a:cxn>
              </a:cxnLst>
              <a:rect l="0" t="0" r="r" b="b"/>
              <a:pathLst>
                <a:path w="283" h="159">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w="9525">
              <a:noFill/>
              <a:round/>
              <a:headEnd/>
              <a:tailEnd/>
            </a:ln>
          </p:spPr>
          <p:txBody>
            <a:bodyPr/>
            <a:lstStyle/>
            <a:p>
              <a:endParaRPr lang="en-US" dirty="0"/>
            </a:p>
          </p:txBody>
        </p:sp>
      </p:grpSp>
      <p:grpSp>
        <p:nvGrpSpPr>
          <p:cNvPr id="3" name="Group 28"/>
          <p:cNvGrpSpPr>
            <a:grpSpLocks/>
          </p:cNvGrpSpPr>
          <p:nvPr/>
        </p:nvGrpSpPr>
        <p:grpSpPr bwMode="auto">
          <a:xfrm>
            <a:off x="8494713" y="5792788"/>
            <a:ext cx="554037" cy="552450"/>
            <a:chOff x="5369" y="3667"/>
            <a:chExt cx="349" cy="348"/>
          </a:xfrm>
        </p:grpSpPr>
        <p:sp>
          <p:nvSpPr>
            <p:cNvPr id="4125" name="Freeform 29"/>
            <p:cNvSpPr>
              <a:spLocks/>
            </p:cNvSpPr>
            <p:nvPr/>
          </p:nvSpPr>
          <p:spPr bwMode="auto">
            <a:xfrm>
              <a:off x="5396" y="3667"/>
              <a:ext cx="138" cy="112"/>
            </a:xfrm>
            <a:custGeom>
              <a:avLst/>
              <a:gdLst/>
              <a:ahLst/>
              <a:cxnLst>
                <a:cxn ang="0">
                  <a:pos x="182" y="86"/>
                </a:cxn>
                <a:cxn ang="0">
                  <a:pos x="182" y="0"/>
                </a:cxn>
                <a:cxn ang="0">
                  <a:pos x="182" y="0"/>
                </a:cxn>
                <a:cxn ang="0">
                  <a:pos x="154" y="2"/>
                </a:cxn>
                <a:cxn ang="0">
                  <a:pos x="128" y="10"/>
                </a:cxn>
                <a:cxn ang="0">
                  <a:pos x="102" y="18"/>
                </a:cxn>
                <a:cxn ang="0">
                  <a:pos x="78" y="30"/>
                </a:cxn>
                <a:cxn ang="0">
                  <a:pos x="56" y="46"/>
                </a:cxn>
                <a:cxn ang="0">
                  <a:pos x="36" y="64"/>
                </a:cxn>
                <a:cxn ang="0">
                  <a:pos x="16" y="82"/>
                </a:cxn>
                <a:cxn ang="0">
                  <a:pos x="0" y="104"/>
                </a:cxn>
                <a:cxn ang="0">
                  <a:pos x="76" y="148"/>
                </a:cxn>
                <a:cxn ang="0">
                  <a:pos x="76" y="148"/>
                </a:cxn>
                <a:cxn ang="0">
                  <a:pos x="86" y="136"/>
                </a:cxn>
                <a:cxn ang="0">
                  <a:pos x="96" y="124"/>
                </a:cxn>
                <a:cxn ang="0">
                  <a:pos x="108" y="114"/>
                </a:cxn>
                <a:cxn ang="0">
                  <a:pos x="122" y="104"/>
                </a:cxn>
                <a:cxn ang="0">
                  <a:pos x="136" y="98"/>
                </a:cxn>
                <a:cxn ang="0">
                  <a:pos x="150" y="92"/>
                </a:cxn>
                <a:cxn ang="0">
                  <a:pos x="166" y="88"/>
                </a:cxn>
                <a:cxn ang="0">
                  <a:pos x="182" y="86"/>
                </a:cxn>
                <a:cxn ang="0">
                  <a:pos x="182" y="86"/>
                </a:cxn>
              </a:cxnLst>
              <a:rect l="0" t="0" r="r" b="b"/>
              <a:pathLst>
                <a:path w="182" h="148">
                  <a:moveTo>
                    <a:pt x="182" y="86"/>
                  </a:moveTo>
                  <a:lnTo>
                    <a:pt x="182" y="0"/>
                  </a:lnTo>
                  <a:lnTo>
                    <a:pt x="182" y="0"/>
                  </a:lnTo>
                  <a:lnTo>
                    <a:pt x="154" y="2"/>
                  </a:lnTo>
                  <a:lnTo>
                    <a:pt x="128" y="10"/>
                  </a:lnTo>
                  <a:lnTo>
                    <a:pt x="102" y="18"/>
                  </a:lnTo>
                  <a:lnTo>
                    <a:pt x="78" y="30"/>
                  </a:lnTo>
                  <a:lnTo>
                    <a:pt x="56" y="46"/>
                  </a:lnTo>
                  <a:lnTo>
                    <a:pt x="36" y="64"/>
                  </a:lnTo>
                  <a:lnTo>
                    <a:pt x="16" y="82"/>
                  </a:lnTo>
                  <a:lnTo>
                    <a:pt x="0" y="104"/>
                  </a:lnTo>
                  <a:lnTo>
                    <a:pt x="76" y="148"/>
                  </a:lnTo>
                  <a:lnTo>
                    <a:pt x="76" y="148"/>
                  </a:lnTo>
                  <a:lnTo>
                    <a:pt x="86" y="136"/>
                  </a:lnTo>
                  <a:lnTo>
                    <a:pt x="96" y="124"/>
                  </a:lnTo>
                  <a:lnTo>
                    <a:pt x="108" y="114"/>
                  </a:lnTo>
                  <a:lnTo>
                    <a:pt x="122" y="104"/>
                  </a:lnTo>
                  <a:lnTo>
                    <a:pt x="136" y="98"/>
                  </a:lnTo>
                  <a:lnTo>
                    <a:pt x="150" y="92"/>
                  </a:lnTo>
                  <a:lnTo>
                    <a:pt x="166" y="88"/>
                  </a:lnTo>
                  <a:lnTo>
                    <a:pt x="182" y="86"/>
                  </a:lnTo>
                  <a:lnTo>
                    <a:pt x="182" y="86"/>
                  </a:lnTo>
                  <a:close/>
                </a:path>
              </a:pathLst>
            </a:custGeom>
            <a:solidFill>
              <a:srgbClr val="0066CC"/>
            </a:solidFill>
            <a:ln w="9525">
              <a:noFill/>
              <a:round/>
              <a:headEnd/>
              <a:tailEnd/>
            </a:ln>
          </p:spPr>
          <p:txBody>
            <a:bodyPr/>
            <a:lstStyle/>
            <a:p>
              <a:endParaRPr lang="en-US" dirty="0"/>
            </a:p>
          </p:txBody>
        </p:sp>
        <p:sp>
          <p:nvSpPr>
            <p:cNvPr id="4126" name="Freeform 30"/>
            <p:cNvSpPr>
              <a:spLocks/>
            </p:cNvSpPr>
            <p:nvPr/>
          </p:nvSpPr>
          <p:spPr bwMode="auto">
            <a:xfrm>
              <a:off x="5642" y="3761"/>
              <a:ext cx="76" cy="160"/>
            </a:xfrm>
            <a:custGeom>
              <a:avLst/>
              <a:gdLst/>
              <a:ahLst/>
              <a:cxnLst>
                <a:cxn ang="0">
                  <a:pos x="14" y="106"/>
                </a:cxn>
                <a:cxn ang="0">
                  <a:pos x="14" y="106"/>
                </a:cxn>
                <a:cxn ang="0">
                  <a:pos x="14" y="122"/>
                </a:cxn>
                <a:cxn ang="0">
                  <a:pos x="10" y="138"/>
                </a:cxn>
                <a:cxn ang="0">
                  <a:pos x="6" y="152"/>
                </a:cxn>
                <a:cxn ang="0">
                  <a:pos x="0" y="168"/>
                </a:cxn>
                <a:cxn ang="0">
                  <a:pos x="74" y="210"/>
                </a:cxn>
                <a:cxn ang="0">
                  <a:pos x="74" y="210"/>
                </a:cxn>
                <a:cxn ang="0">
                  <a:pos x="86" y="186"/>
                </a:cxn>
                <a:cxn ang="0">
                  <a:pos x="94" y="160"/>
                </a:cxn>
                <a:cxn ang="0">
                  <a:pos x="98" y="134"/>
                </a:cxn>
                <a:cxn ang="0">
                  <a:pos x="100" y="106"/>
                </a:cxn>
                <a:cxn ang="0">
                  <a:pos x="100" y="106"/>
                </a:cxn>
                <a:cxn ang="0">
                  <a:pos x="98" y="78"/>
                </a:cxn>
                <a:cxn ang="0">
                  <a:pos x="94" y="50"/>
                </a:cxn>
                <a:cxn ang="0">
                  <a:pos x="86" y="24"/>
                </a:cxn>
                <a:cxn ang="0">
                  <a:pos x="74" y="0"/>
                </a:cxn>
                <a:cxn ang="0">
                  <a:pos x="0" y="44"/>
                </a:cxn>
                <a:cxn ang="0">
                  <a:pos x="0" y="44"/>
                </a:cxn>
                <a:cxn ang="0">
                  <a:pos x="6" y="58"/>
                </a:cxn>
                <a:cxn ang="0">
                  <a:pos x="10" y="72"/>
                </a:cxn>
                <a:cxn ang="0">
                  <a:pos x="14" y="88"/>
                </a:cxn>
                <a:cxn ang="0">
                  <a:pos x="14" y="106"/>
                </a:cxn>
                <a:cxn ang="0">
                  <a:pos x="14" y="106"/>
                </a:cxn>
              </a:cxnLst>
              <a:rect l="0" t="0" r="r" b="b"/>
              <a:pathLst>
                <a:path w="100" h="210">
                  <a:moveTo>
                    <a:pt x="14" y="106"/>
                  </a:moveTo>
                  <a:lnTo>
                    <a:pt x="14" y="106"/>
                  </a:lnTo>
                  <a:lnTo>
                    <a:pt x="14" y="122"/>
                  </a:lnTo>
                  <a:lnTo>
                    <a:pt x="10" y="138"/>
                  </a:lnTo>
                  <a:lnTo>
                    <a:pt x="6" y="152"/>
                  </a:lnTo>
                  <a:lnTo>
                    <a:pt x="0" y="168"/>
                  </a:lnTo>
                  <a:lnTo>
                    <a:pt x="74" y="210"/>
                  </a:lnTo>
                  <a:lnTo>
                    <a:pt x="74" y="210"/>
                  </a:lnTo>
                  <a:lnTo>
                    <a:pt x="86" y="186"/>
                  </a:lnTo>
                  <a:lnTo>
                    <a:pt x="94" y="160"/>
                  </a:lnTo>
                  <a:lnTo>
                    <a:pt x="98" y="134"/>
                  </a:lnTo>
                  <a:lnTo>
                    <a:pt x="100" y="106"/>
                  </a:lnTo>
                  <a:lnTo>
                    <a:pt x="100" y="106"/>
                  </a:lnTo>
                  <a:lnTo>
                    <a:pt x="98" y="78"/>
                  </a:lnTo>
                  <a:lnTo>
                    <a:pt x="94" y="50"/>
                  </a:lnTo>
                  <a:lnTo>
                    <a:pt x="86" y="24"/>
                  </a:lnTo>
                  <a:lnTo>
                    <a:pt x="74" y="0"/>
                  </a:lnTo>
                  <a:lnTo>
                    <a:pt x="0" y="44"/>
                  </a:lnTo>
                  <a:lnTo>
                    <a:pt x="0" y="44"/>
                  </a:lnTo>
                  <a:lnTo>
                    <a:pt x="6" y="58"/>
                  </a:lnTo>
                  <a:lnTo>
                    <a:pt x="10" y="72"/>
                  </a:lnTo>
                  <a:lnTo>
                    <a:pt x="14" y="88"/>
                  </a:lnTo>
                  <a:lnTo>
                    <a:pt x="14" y="106"/>
                  </a:lnTo>
                  <a:lnTo>
                    <a:pt x="14" y="106"/>
                  </a:lnTo>
                  <a:close/>
                </a:path>
              </a:pathLst>
            </a:custGeom>
            <a:solidFill>
              <a:srgbClr val="0066CC"/>
            </a:solidFill>
            <a:ln w="9525">
              <a:noFill/>
              <a:round/>
              <a:headEnd/>
              <a:tailEnd/>
            </a:ln>
          </p:spPr>
          <p:txBody>
            <a:bodyPr/>
            <a:lstStyle/>
            <a:p>
              <a:endParaRPr lang="en-US" dirty="0"/>
            </a:p>
          </p:txBody>
        </p:sp>
        <p:sp>
          <p:nvSpPr>
            <p:cNvPr id="4127" name="Freeform 31"/>
            <p:cNvSpPr>
              <a:spLocks/>
            </p:cNvSpPr>
            <p:nvPr/>
          </p:nvSpPr>
          <p:spPr bwMode="auto">
            <a:xfrm>
              <a:off x="5369" y="3761"/>
              <a:ext cx="76" cy="160"/>
            </a:xfrm>
            <a:custGeom>
              <a:avLst/>
              <a:gdLst/>
              <a:ahLst/>
              <a:cxnLst>
                <a:cxn ang="0">
                  <a:pos x="86" y="106"/>
                </a:cxn>
                <a:cxn ang="0">
                  <a:pos x="86" y="106"/>
                </a:cxn>
                <a:cxn ang="0">
                  <a:pos x="86" y="88"/>
                </a:cxn>
                <a:cxn ang="0">
                  <a:pos x="90" y="72"/>
                </a:cxn>
                <a:cxn ang="0">
                  <a:pos x="94" y="58"/>
                </a:cxn>
                <a:cxn ang="0">
                  <a:pos x="100" y="44"/>
                </a:cxn>
                <a:cxn ang="0">
                  <a:pos x="26" y="0"/>
                </a:cxn>
                <a:cxn ang="0">
                  <a:pos x="26" y="0"/>
                </a:cxn>
                <a:cxn ang="0">
                  <a:pos x="14" y="24"/>
                </a:cxn>
                <a:cxn ang="0">
                  <a:pos x="6" y="50"/>
                </a:cxn>
                <a:cxn ang="0">
                  <a:pos x="2" y="78"/>
                </a:cxn>
                <a:cxn ang="0">
                  <a:pos x="0" y="106"/>
                </a:cxn>
                <a:cxn ang="0">
                  <a:pos x="0" y="106"/>
                </a:cxn>
                <a:cxn ang="0">
                  <a:pos x="2" y="134"/>
                </a:cxn>
                <a:cxn ang="0">
                  <a:pos x="6" y="160"/>
                </a:cxn>
                <a:cxn ang="0">
                  <a:pos x="14" y="186"/>
                </a:cxn>
                <a:cxn ang="0">
                  <a:pos x="26" y="210"/>
                </a:cxn>
                <a:cxn ang="0">
                  <a:pos x="100" y="168"/>
                </a:cxn>
                <a:cxn ang="0">
                  <a:pos x="100" y="168"/>
                </a:cxn>
                <a:cxn ang="0">
                  <a:pos x="94" y="152"/>
                </a:cxn>
                <a:cxn ang="0">
                  <a:pos x="90" y="138"/>
                </a:cxn>
                <a:cxn ang="0">
                  <a:pos x="86" y="122"/>
                </a:cxn>
                <a:cxn ang="0">
                  <a:pos x="86" y="106"/>
                </a:cxn>
                <a:cxn ang="0">
                  <a:pos x="86" y="106"/>
                </a:cxn>
              </a:cxnLst>
              <a:rect l="0" t="0" r="r" b="b"/>
              <a:pathLst>
                <a:path w="100" h="210">
                  <a:moveTo>
                    <a:pt x="86" y="106"/>
                  </a:moveTo>
                  <a:lnTo>
                    <a:pt x="86" y="106"/>
                  </a:lnTo>
                  <a:lnTo>
                    <a:pt x="86" y="88"/>
                  </a:lnTo>
                  <a:lnTo>
                    <a:pt x="90" y="72"/>
                  </a:lnTo>
                  <a:lnTo>
                    <a:pt x="94" y="58"/>
                  </a:lnTo>
                  <a:lnTo>
                    <a:pt x="100" y="44"/>
                  </a:lnTo>
                  <a:lnTo>
                    <a:pt x="26" y="0"/>
                  </a:lnTo>
                  <a:lnTo>
                    <a:pt x="26" y="0"/>
                  </a:lnTo>
                  <a:lnTo>
                    <a:pt x="14" y="24"/>
                  </a:lnTo>
                  <a:lnTo>
                    <a:pt x="6" y="50"/>
                  </a:lnTo>
                  <a:lnTo>
                    <a:pt x="2" y="78"/>
                  </a:lnTo>
                  <a:lnTo>
                    <a:pt x="0" y="106"/>
                  </a:lnTo>
                  <a:lnTo>
                    <a:pt x="0" y="106"/>
                  </a:lnTo>
                  <a:lnTo>
                    <a:pt x="2" y="134"/>
                  </a:lnTo>
                  <a:lnTo>
                    <a:pt x="6" y="160"/>
                  </a:lnTo>
                  <a:lnTo>
                    <a:pt x="14" y="186"/>
                  </a:lnTo>
                  <a:lnTo>
                    <a:pt x="26" y="210"/>
                  </a:lnTo>
                  <a:lnTo>
                    <a:pt x="100" y="168"/>
                  </a:lnTo>
                  <a:lnTo>
                    <a:pt x="100" y="168"/>
                  </a:lnTo>
                  <a:lnTo>
                    <a:pt x="94" y="152"/>
                  </a:lnTo>
                  <a:lnTo>
                    <a:pt x="90" y="138"/>
                  </a:lnTo>
                  <a:lnTo>
                    <a:pt x="86" y="122"/>
                  </a:lnTo>
                  <a:lnTo>
                    <a:pt x="86" y="106"/>
                  </a:lnTo>
                  <a:lnTo>
                    <a:pt x="86" y="106"/>
                  </a:lnTo>
                  <a:close/>
                </a:path>
              </a:pathLst>
            </a:custGeom>
            <a:solidFill>
              <a:schemeClr val="tx2"/>
            </a:solidFill>
            <a:ln w="9525">
              <a:noFill/>
              <a:round/>
              <a:headEnd/>
              <a:tailEnd/>
            </a:ln>
          </p:spPr>
          <p:txBody>
            <a:bodyPr/>
            <a:lstStyle/>
            <a:p>
              <a:endParaRPr lang="en-US" dirty="0"/>
            </a:p>
          </p:txBody>
        </p:sp>
        <p:sp>
          <p:nvSpPr>
            <p:cNvPr id="4128" name="Freeform 32"/>
            <p:cNvSpPr>
              <a:spLocks/>
            </p:cNvSpPr>
            <p:nvPr/>
          </p:nvSpPr>
          <p:spPr bwMode="auto">
            <a:xfrm>
              <a:off x="5396" y="3902"/>
              <a:ext cx="138" cy="113"/>
            </a:xfrm>
            <a:custGeom>
              <a:avLst/>
              <a:gdLst/>
              <a:ahLst/>
              <a:cxnLst>
                <a:cxn ang="0">
                  <a:pos x="76" y="0"/>
                </a:cxn>
                <a:cxn ang="0">
                  <a:pos x="0" y="44"/>
                </a:cxn>
                <a:cxn ang="0">
                  <a:pos x="0" y="44"/>
                </a:cxn>
                <a:cxn ang="0">
                  <a:pos x="16" y="66"/>
                </a:cxn>
                <a:cxn ang="0">
                  <a:pos x="36" y="84"/>
                </a:cxn>
                <a:cxn ang="0">
                  <a:pos x="56" y="102"/>
                </a:cxn>
                <a:cxn ang="0">
                  <a:pos x="78" y="118"/>
                </a:cxn>
                <a:cxn ang="0">
                  <a:pos x="102" y="130"/>
                </a:cxn>
                <a:cxn ang="0">
                  <a:pos x="128" y="138"/>
                </a:cxn>
                <a:cxn ang="0">
                  <a:pos x="154" y="146"/>
                </a:cxn>
                <a:cxn ang="0">
                  <a:pos x="182" y="148"/>
                </a:cxn>
                <a:cxn ang="0">
                  <a:pos x="182" y="62"/>
                </a:cxn>
                <a:cxn ang="0">
                  <a:pos x="182" y="62"/>
                </a:cxn>
                <a:cxn ang="0">
                  <a:pos x="166" y="60"/>
                </a:cxn>
                <a:cxn ang="0">
                  <a:pos x="150" y="56"/>
                </a:cxn>
                <a:cxn ang="0">
                  <a:pos x="136" y="50"/>
                </a:cxn>
                <a:cxn ang="0">
                  <a:pos x="122" y="44"/>
                </a:cxn>
                <a:cxn ang="0">
                  <a:pos x="108" y="34"/>
                </a:cxn>
                <a:cxn ang="0">
                  <a:pos x="96" y="24"/>
                </a:cxn>
                <a:cxn ang="0">
                  <a:pos x="86" y="14"/>
                </a:cxn>
                <a:cxn ang="0">
                  <a:pos x="76" y="0"/>
                </a:cxn>
                <a:cxn ang="0">
                  <a:pos x="76" y="0"/>
                </a:cxn>
              </a:cxnLst>
              <a:rect l="0" t="0" r="r" b="b"/>
              <a:pathLst>
                <a:path w="182" h="148">
                  <a:moveTo>
                    <a:pt x="76" y="0"/>
                  </a:moveTo>
                  <a:lnTo>
                    <a:pt x="0" y="44"/>
                  </a:lnTo>
                  <a:lnTo>
                    <a:pt x="0" y="44"/>
                  </a:lnTo>
                  <a:lnTo>
                    <a:pt x="16" y="66"/>
                  </a:lnTo>
                  <a:lnTo>
                    <a:pt x="36" y="84"/>
                  </a:lnTo>
                  <a:lnTo>
                    <a:pt x="56" y="102"/>
                  </a:lnTo>
                  <a:lnTo>
                    <a:pt x="78" y="118"/>
                  </a:lnTo>
                  <a:lnTo>
                    <a:pt x="102" y="130"/>
                  </a:lnTo>
                  <a:lnTo>
                    <a:pt x="128" y="138"/>
                  </a:lnTo>
                  <a:lnTo>
                    <a:pt x="154" y="146"/>
                  </a:lnTo>
                  <a:lnTo>
                    <a:pt x="182" y="148"/>
                  </a:lnTo>
                  <a:lnTo>
                    <a:pt x="182" y="62"/>
                  </a:lnTo>
                  <a:lnTo>
                    <a:pt x="182" y="62"/>
                  </a:lnTo>
                  <a:lnTo>
                    <a:pt x="166" y="60"/>
                  </a:lnTo>
                  <a:lnTo>
                    <a:pt x="150" y="56"/>
                  </a:lnTo>
                  <a:lnTo>
                    <a:pt x="136" y="50"/>
                  </a:lnTo>
                  <a:lnTo>
                    <a:pt x="122" y="44"/>
                  </a:lnTo>
                  <a:lnTo>
                    <a:pt x="108" y="34"/>
                  </a:lnTo>
                  <a:lnTo>
                    <a:pt x="96" y="24"/>
                  </a:lnTo>
                  <a:lnTo>
                    <a:pt x="86" y="14"/>
                  </a:lnTo>
                  <a:lnTo>
                    <a:pt x="76" y="0"/>
                  </a:lnTo>
                  <a:lnTo>
                    <a:pt x="76" y="0"/>
                  </a:lnTo>
                  <a:close/>
                </a:path>
              </a:pathLst>
            </a:custGeom>
            <a:solidFill>
              <a:schemeClr val="tx2"/>
            </a:solidFill>
            <a:ln w="9525">
              <a:noFill/>
              <a:round/>
              <a:headEnd/>
              <a:tailEnd/>
            </a:ln>
          </p:spPr>
          <p:txBody>
            <a:bodyPr/>
            <a:lstStyle/>
            <a:p>
              <a:endParaRPr lang="en-US" dirty="0"/>
            </a:p>
          </p:txBody>
        </p:sp>
        <p:sp>
          <p:nvSpPr>
            <p:cNvPr id="4129" name="Freeform 33"/>
            <p:cNvSpPr>
              <a:spLocks/>
            </p:cNvSpPr>
            <p:nvPr/>
          </p:nvSpPr>
          <p:spPr bwMode="auto">
            <a:xfrm>
              <a:off x="5553" y="3667"/>
              <a:ext cx="138" cy="112"/>
            </a:xfrm>
            <a:custGeom>
              <a:avLst/>
              <a:gdLst/>
              <a:ahLst/>
              <a:cxnLst>
                <a:cxn ang="0">
                  <a:pos x="106" y="148"/>
                </a:cxn>
                <a:cxn ang="0">
                  <a:pos x="182" y="104"/>
                </a:cxn>
                <a:cxn ang="0">
                  <a:pos x="182" y="104"/>
                </a:cxn>
                <a:cxn ang="0">
                  <a:pos x="166" y="82"/>
                </a:cxn>
                <a:cxn ang="0">
                  <a:pos x="148" y="64"/>
                </a:cxn>
                <a:cxn ang="0">
                  <a:pos x="126" y="46"/>
                </a:cxn>
                <a:cxn ang="0">
                  <a:pos x="104" y="30"/>
                </a:cxn>
                <a:cxn ang="0">
                  <a:pos x="80" y="18"/>
                </a:cxn>
                <a:cxn ang="0">
                  <a:pos x="54" y="10"/>
                </a:cxn>
                <a:cxn ang="0">
                  <a:pos x="28" y="2"/>
                </a:cxn>
                <a:cxn ang="0">
                  <a:pos x="0" y="0"/>
                </a:cxn>
                <a:cxn ang="0">
                  <a:pos x="0" y="86"/>
                </a:cxn>
                <a:cxn ang="0">
                  <a:pos x="0" y="86"/>
                </a:cxn>
                <a:cxn ang="0">
                  <a:pos x="16" y="88"/>
                </a:cxn>
                <a:cxn ang="0">
                  <a:pos x="32" y="92"/>
                </a:cxn>
                <a:cxn ang="0">
                  <a:pos x="46" y="98"/>
                </a:cxn>
                <a:cxn ang="0">
                  <a:pos x="60" y="104"/>
                </a:cxn>
                <a:cxn ang="0">
                  <a:pos x="74" y="114"/>
                </a:cxn>
                <a:cxn ang="0">
                  <a:pos x="86" y="124"/>
                </a:cxn>
                <a:cxn ang="0">
                  <a:pos x="98" y="136"/>
                </a:cxn>
                <a:cxn ang="0">
                  <a:pos x="106" y="148"/>
                </a:cxn>
                <a:cxn ang="0">
                  <a:pos x="106" y="148"/>
                </a:cxn>
              </a:cxnLst>
              <a:rect l="0" t="0" r="r" b="b"/>
              <a:pathLst>
                <a:path w="182" h="148">
                  <a:moveTo>
                    <a:pt x="106" y="148"/>
                  </a:moveTo>
                  <a:lnTo>
                    <a:pt x="182" y="104"/>
                  </a:lnTo>
                  <a:lnTo>
                    <a:pt x="182" y="104"/>
                  </a:lnTo>
                  <a:lnTo>
                    <a:pt x="166" y="82"/>
                  </a:lnTo>
                  <a:lnTo>
                    <a:pt x="148" y="64"/>
                  </a:lnTo>
                  <a:lnTo>
                    <a:pt x="126" y="46"/>
                  </a:lnTo>
                  <a:lnTo>
                    <a:pt x="104" y="30"/>
                  </a:lnTo>
                  <a:lnTo>
                    <a:pt x="80" y="18"/>
                  </a:lnTo>
                  <a:lnTo>
                    <a:pt x="54" y="10"/>
                  </a:lnTo>
                  <a:lnTo>
                    <a:pt x="28" y="2"/>
                  </a:lnTo>
                  <a:lnTo>
                    <a:pt x="0" y="0"/>
                  </a:lnTo>
                  <a:lnTo>
                    <a:pt x="0" y="86"/>
                  </a:lnTo>
                  <a:lnTo>
                    <a:pt x="0" y="86"/>
                  </a:lnTo>
                  <a:lnTo>
                    <a:pt x="16" y="88"/>
                  </a:lnTo>
                  <a:lnTo>
                    <a:pt x="32" y="92"/>
                  </a:lnTo>
                  <a:lnTo>
                    <a:pt x="46" y="98"/>
                  </a:lnTo>
                  <a:lnTo>
                    <a:pt x="60" y="104"/>
                  </a:lnTo>
                  <a:lnTo>
                    <a:pt x="74" y="114"/>
                  </a:lnTo>
                  <a:lnTo>
                    <a:pt x="86" y="124"/>
                  </a:lnTo>
                  <a:lnTo>
                    <a:pt x="98" y="136"/>
                  </a:lnTo>
                  <a:lnTo>
                    <a:pt x="106" y="148"/>
                  </a:lnTo>
                  <a:lnTo>
                    <a:pt x="106" y="148"/>
                  </a:lnTo>
                  <a:close/>
                </a:path>
              </a:pathLst>
            </a:custGeom>
            <a:solidFill>
              <a:srgbClr val="0066CC"/>
            </a:solidFill>
            <a:ln w="9525">
              <a:noFill/>
              <a:round/>
              <a:headEnd/>
              <a:tailEnd/>
            </a:ln>
          </p:spPr>
          <p:txBody>
            <a:bodyPr/>
            <a:lstStyle/>
            <a:p>
              <a:endParaRPr lang="en-US" dirty="0"/>
            </a:p>
          </p:txBody>
        </p:sp>
        <p:sp>
          <p:nvSpPr>
            <p:cNvPr id="4130" name="Freeform 34"/>
            <p:cNvSpPr>
              <a:spLocks/>
            </p:cNvSpPr>
            <p:nvPr/>
          </p:nvSpPr>
          <p:spPr bwMode="auto">
            <a:xfrm>
              <a:off x="5553" y="3902"/>
              <a:ext cx="138" cy="113"/>
            </a:xfrm>
            <a:custGeom>
              <a:avLst/>
              <a:gdLst/>
              <a:ahLst/>
              <a:cxnLst>
                <a:cxn ang="0">
                  <a:pos x="0" y="62"/>
                </a:cxn>
                <a:cxn ang="0">
                  <a:pos x="0" y="148"/>
                </a:cxn>
                <a:cxn ang="0">
                  <a:pos x="0" y="148"/>
                </a:cxn>
                <a:cxn ang="0">
                  <a:pos x="28" y="146"/>
                </a:cxn>
                <a:cxn ang="0">
                  <a:pos x="54" y="138"/>
                </a:cxn>
                <a:cxn ang="0">
                  <a:pos x="80" y="130"/>
                </a:cxn>
                <a:cxn ang="0">
                  <a:pos x="104" y="118"/>
                </a:cxn>
                <a:cxn ang="0">
                  <a:pos x="126" y="102"/>
                </a:cxn>
                <a:cxn ang="0">
                  <a:pos x="148" y="84"/>
                </a:cxn>
                <a:cxn ang="0">
                  <a:pos x="166" y="66"/>
                </a:cxn>
                <a:cxn ang="0">
                  <a:pos x="182" y="44"/>
                </a:cxn>
                <a:cxn ang="0">
                  <a:pos x="106" y="0"/>
                </a:cxn>
                <a:cxn ang="0">
                  <a:pos x="106" y="0"/>
                </a:cxn>
                <a:cxn ang="0">
                  <a:pos x="98" y="14"/>
                </a:cxn>
                <a:cxn ang="0">
                  <a:pos x="86" y="24"/>
                </a:cxn>
                <a:cxn ang="0">
                  <a:pos x="74" y="34"/>
                </a:cxn>
                <a:cxn ang="0">
                  <a:pos x="60" y="44"/>
                </a:cxn>
                <a:cxn ang="0">
                  <a:pos x="46" y="50"/>
                </a:cxn>
                <a:cxn ang="0">
                  <a:pos x="32" y="56"/>
                </a:cxn>
                <a:cxn ang="0">
                  <a:pos x="16" y="60"/>
                </a:cxn>
                <a:cxn ang="0">
                  <a:pos x="0" y="62"/>
                </a:cxn>
                <a:cxn ang="0">
                  <a:pos x="0" y="62"/>
                </a:cxn>
              </a:cxnLst>
              <a:rect l="0" t="0" r="r" b="b"/>
              <a:pathLst>
                <a:path w="182" h="148">
                  <a:moveTo>
                    <a:pt x="0" y="62"/>
                  </a:moveTo>
                  <a:lnTo>
                    <a:pt x="0" y="148"/>
                  </a:lnTo>
                  <a:lnTo>
                    <a:pt x="0" y="148"/>
                  </a:lnTo>
                  <a:lnTo>
                    <a:pt x="28" y="146"/>
                  </a:lnTo>
                  <a:lnTo>
                    <a:pt x="54" y="138"/>
                  </a:lnTo>
                  <a:lnTo>
                    <a:pt x="80" y="130"/>
                  </a:lnTo>
                  <a:lnTo>
                    <a:pt x="104" y="118"/>
                  </a:lnTo>
                  <a:lnTo>
                    <a:pt x="126" y="102"/>
                  </a:lnTo>
                  <a:lnTo>
                    <a:pt x="148" y="84"/>
                  </a:lnTo>
                  <a:lnTo>
                    <a:pt x="166" y="66"/>
                  </a:lnTo>
                  <a:lnTo>
                    <a:pt x="182" y="44"/>
                  </a:lnTo>
                  <a:lnTo>
                    <a:pt x="106" y="0"/>
                  </a:lnTo>
                  <a:lnTo>
                    <a:pt x="106" y="0"/>
                  </a:lnTo>
                  <a:lnTo>
                    <a:pt x="98" y="14"/>
                  </a:lnTo>
                  <a:lnTo>
                    <a:pt x="86" y="24"/>
                  </a:lnTo>
                  <a:lnTo>
                    <a:pt x="74" y="34"/>
                  </a:lnTo>
                  <a:lnTo>
                    <a:pt x="60" y="44"/>
                  </a:lnTo>
                  <a:lnTo>
                    <a:pt x="46" y="50"/>
                  </a:lnTo>
                  <a:lnTo>
                    <a:pt x="32" y="56"/>
                  </a:lnTo>
                  <a:lnTo>
                    <a:pt x="16" y="60"/>
                  </a:lnTo>
                  <a:lnTo>
                    <a:pt x="0" y="62"/>
                  </a:lnTo>
                  <a:lnTo>
                    <a:pt x="0" y="62"/>
                  </a:lnTo>
                  <a:close/>
                </a:path>
              </a:pathLst>
            </a:custGeom>
            <a:solidFill>
              <a:srgbClr val="0066CC"/>
            </a:solidFill>
            <a:ln w="9525">
              <a:noFill/>
              <a:round/>
              <a:headEnd/>
              <a:tailEnd/>
            </a:ln>
          </p:spPr>
          <p:txBody>
            <a:bodyPr/>
            <a:lstStyle/>
            <a:p>
              <a:endParaRPr lang="en-US" dirty="0"/>
            </a:p>
          </p:txBody>
        </p:sp>
      </p:grpSp>
      <p:grpSp>
        <p:nvGrpSpPr>
          <p:cNvPr id="4" name="Group 35"/>
          <p:cNvGrpSpPr>
            <a:grpSpLocks/>
          </p:cNvGrpSpPr>
          <p:nvPr/>
        </p:nvGrpSpPr>
        <p:grpSpPr bwMode="auto">
          <a:xfrm>
            <a:off x="8113713" y="6221413"/>
            <a:ext cx="554037" cy="552450"/>
            <a:chOff x="5129" y="3937"/>
            <a:chExt cx="349" cy="348"/>
          </a:xfrm>
        </p:grpSpPr>
        <p:sp>
          <p:nvSpPr>
            <p:cNvPr id="4132" name="Freeform 36"/>
            <p:cNvSpPr>
              <a:spLocks/>
            </p:cNvSpPr>
            <p:nvPr/>
          </p:nvSpPr>
          <p:spPr bwMode="auto">
            <a:xfrm>
              <a:off x="5193" y="3937"/>
              <a:ext cx="156" cy="87"/>
            </a:xfrm>
            <a:custGeom>
              <a:avLst/>
              <a:gdLst/>
              <a:ahLst/>
              <a:cxnLst>
                <a:cxn ang="0">
                  <a:pos x="180" y="88"/>
                </a:cxn>
                <a:cxn ang="0">
                  <a:pos x="206" y="8"/>
                </a:cxn>
                <a:cxn ang="0">
                  <a:pos x="206" y="8"/>
                </a:cxn>
                <a:cxn ang="0">
                  <a:pos x="178" y="2"/>
                </a:cxn>
                <a:cxn ang="0">
                  <a:pos x="150" y="0"/>
                </a:cxn>
                <a:cxn ang="0">
                  <a:pos x="124" y="0"/>
                </a:cxn>
                <a:cxn ang="0">
                  <a:pos x="96" y="4"/>
                </a:cxn>
                <a:cxn ang="0">
                  <a:pos x="70" y="12"/>
                </a:cxn>
                <a:cxn ang="0">
                  <a:pos x="46" y="22"/>
                </a:cxn>
                <a:cxn ang="0">
                  <a:pos x="22" y="36"/>
                </a:cxn>
                <a:cxn ang="0">
                  <a:pos x="0" y="50"/>
                </a:cxn>
                <a:cxn ang="0">
                  <a:pos x="58" y="114"/>
                </a:cxn>
                <a:cxn ang="0">
                  <a:pos x="58" y="114"/>
                </a:cxn>
                <a:cxn ang="0">
                  <a:pos x="72" y="106"/>
                </a:cxn>
                <a:cxn ang="0">
                  <a:pos x="86" y="98"/>
                </a:cxn>
                <a:cxn ang="0">
                  <a:pos x="100" y="92"/>
                </a:cxn>
                <a:cxn ang="0">
                  <a:pos x="116" y="88"/>
                </a:cxn>
                <a:cxn ang="0">
                  <a:pos x="130" y="86"/>
                </a:cxn>
                <a:cxn ang="0">
                  <a:pos x="146" y="84"/>
                </a:cxn>
                <a:cxn ang="0">
                  <a:pos x="164" y="86"/>
                </a:cxn>
                <a:cxn ang="0">
                  <a:pos x="180" y="88"/>
                </a:cxn>
                <a:cxn ang="0">
                  <a:pos x="180" y="88"/>
                </a:cxn>
              </a:cxnLst>
              <a:rect l="0" t="0" r="r" b="b"/>
              <a:pathLst>
                <a:path w="206" h="114">
                  <a:moveTo>
                    <a:pt x="180" y="88"/>
                  </a:moveTo>
                  <a:lnTo>
                    <a:pt x="206" y="8"/>
                  </a:lnTo>
                  <a:lnTo>
                    <a:pt x="206" y="8"/>
                  </a:lnTo>
                  <a:lnTo>
                    <a:pt x="178" y="2"/>
                  </a:lnTo>
                  <a:lnTo>
                    <a:pt x="150" y="0"/>
                  </a:lnTo>
                  <a:lnTo>
                    <a:pt x="124" y="0"/>
                  </a:lnTo>
                  <a:lnTo>
                    <a:pt x="96" y="4"/>
                  </a:lnTo>
                  <a:lnTo>
                    <a:pt x="70" y="12"/>
                  </a:lnTo>
                  <a:lnTo>
                    <a:pt x="46" y="22"/>
                  </a:lnTo>
                  <a:lnTo>
                    <a:pt x="22" y="36"/>
                  </a:lnTo>
                  <a:lnTo>
                    <a:pt x="0" y="50"/>
                  </a:lnTo>
                  <a:lnTo>
                    <a:pt x="58" y="114"/>
                  </a:lnTo>
                  <a:lnTo>
                    <a:pt x="58" y="114"/>
                  </a:lnTo>
                  <a:lnTo>
                    <a:pt x="72" y="106"/>
                  </a:lnTo>
                  <a:lnTo>
                    <a:pt x="86" y="98"/>
                  </a:lnTo>
                  <a:lnTo>
                    <a:pt x="100" y="92"/>
                  </a:lnTo>
                  <a:lnTo>
                    <a:pt x="116" y="88"/>
                  </a:lnTo>
                  <a:lnTo>
                    <a:pt x="130" y="86"/>
                  </a:lnTo>
                  <a:lnTo>
                    <a:pt x="146" y="84"/>
                  </a:lnTo>
                  <a:lnTo>
                    <a:pt x="164" y="86"/>
                  </a:lnTo>
                  <a:lnTo>
                    <a:pt x="180" y="88"/>
                  </a:lnTo>
                  <a:lnTo>
                    <a:pt x="180" y="88"/>
                  </a:lnTo>
                  <a:close/>
                </a:path>
              </a:pathLst>
            </a:custGeom>
            <a:solidFill>
              <a:schemeClr val="tx1"/>
            </a:solidFill>
            <a:ln w="9525">
              <a:noFill/>
              <a:round/>
              <a:headEnd/>
              <a:tailEnd/>
            </a:ln>
          </p:spPr>
          <p:txBody>
            <a:bodyPr/>
            <a:lstStyle/>
            <a:p>
              <a:endParaRPr lang="en-US" dirty="0"/>
            </a:p>
          </p:txBody>
        </p:sp>
        <p:sp>
          <p:nvSpPr>
            <p:cNvPr id="4133" name="Freeform 37"/>
            <p:cNvSpPr>
              <a:spLocks/>
            </p:cNvSpPr>
            <p:nvPr/>
          </p:nvSpPr>
          <p:spPr bwMode="auto">
            <a:xfrm>
              <a:off x="5383" y="4083"/>
              <a:ext cx="95" cy="152"/>
            </a:xfrm>
            <a:custGeom>
              <a:avLst/>
              <a:gdLst/>
              <a:ahLst/>
              <a:cxnLst>
                <a:cxn ang="0">
                  <a:pos x="32" y="82"/>
                </a:cxn>
                <a:cxn ang="0">
                  <a:pos x="32" y="82"/>
                </a:cxn>
                <a:cxn ang="0">
                  <a:pos x="26" y="96"/>
                </a:cxn>
                <a:cxn ang="0">
                  <a:pos x="20" y="110"/>
                </a:cxn>
                <a:cxn ang="0">
                  <a:pos x="10" y="124"/>
                </a:cxn>
                <a:cxn ang="0">
                  <a:pos x="0" y="136"/>
                </a:cxn>
                <a:cxn ang="0">
                  <a:pos x="58" y="200"/>
                </a:cxn>
                <a:cxn ang="0">
                  <a:pos x="58" y="200"/>
                </a:cxn>
                <a:cxn ang="0">
                  <a:pos x="76" y="180"/>
                </a:cxn>
                <a:cxn ang="0">
                  <a:pos x="92" y="158"/>
                </a:cxn>
                <a:cxn ang="0">
                  <a:pos x="104" y="134"/>
                </a:cxn>
                <a:cxn ang="0">
                  <a:pos x="114" y="108"/>
                </a:cxn>
                <a:cxn ang="0">
                  <a:pos x="114" y="108"/>
                </a:cxn>
                <a:cxn ang="0">
                  <a:pos x="122" y="80"/>
                </a:cxn>
                <a:cxn ang="0">
                  <a:pos x="126" y="54"/>
                </a:cxn>
                <a:cxn ang="0">
                  <a:pos x="126" y="26"/>
                </a:cxn>
                <a:cxn ang="0">
                  <a:pos x="122" y="0"/>
                </a:cxn>
                <a:cxn ang="0">
                  <a:pos x="38" y="18"/>
                </a:cxn>
                <a:cxn ang="0">
                  <a:pos x="38" y="18"/>
                </a:cxn>
                <a:cxn ang="0">
                  <a:pos x="40" y="34"/>
                </a:cxn>
                <a:cxn ang="0">
                  <a:pos x="40" y="50"/>
                </a:cxn>
                <a:cxn ang="0">
                  <a:pos x="38" y="66"/>
                </a:cxn>
                <a:cxn ang="0">
                  <a:pos x="32" y="82"/>
                </a:cxn>
                <a:cxn ang="0">
                  <a:pos x="32" y="82"/>
                </a:cxn>
              </a:cxnLst>
              <a:rect l="0" t="0" r="r" b="b"/>
              <a:pathLst>
                <a:path w="126" h="200">
                  <a:moveTo>
                    <a:pt x="32" y="82"/>
                  </a:moveTo>
                  <a:lnTo>
                    <a:pt x="32" y="82"/>
                  </a:lnTo>
                  <a:lnTo>
                    <a:pt x="26" y="96"/>
                  </a:lnTo>
                  <a:lnTo>
                    <a:pt x="20" y="110"/>
                  </a:lnTo>
                  <a:lnTo>
                    <a:pt x="10" y="124"/>
                  </a:lnTo>
                  <a:lnTo>
                    <a:pt x="0" y="136"/>
                  </a:lnTo>
                  <a:lnTo>
                    <a:pt x="58" y="200"/>
                  </a:lnTo>
                  <a:lnTo>
                    <a:pt x="58" y="200"/>
                  </a:lnTo>
                  <a:lnTo>
                    <a:pt x="76" y="180"/>
                  </a:lnTo>
                  <a:lnTo>
                    <a:pt x="92" y="158"/>
                  </a:lnTo>
                  <a:lnTo>
                    <a:pt x="104" y="134"/>
                  </a:lnTo>
                  <a:lnTo>
                    <a:pt x="114" y="108"/>
                  </a:lnTo>
                  <a:lnTo>
                    <a:pt x="114" y="108"/>
                  </a:lnTo>
                  <a:lnTo>
                    <a:pt x="122" y="80"/>
                  </a:lnTo>
                  <a:lnTo>
                    <a:pt x="126" y="54"/>
                  </a:lnTo>
                  <a:lnTo>
                    <a:pt x="126" y="26"/>
                  </a:lnTo>
                  <a:lnTo>
                    <a:pt x="122" y="0"/>
                  </a:lnTo>
                  <a:lnTo>
                    <a:pt x="38" y="18"/>
                  </a:lnTo>
                  <a:lnTo>
                    <a:pt x="38" y="18"/>
                  </a:lnTo>
                  <a:lnTo>
                    <a:pt x="40" y="34"/>
                  </a:lnTo>
                  <a:lnTo>
                    <a:pt x="40" y="50"/>
                  </a:lnTo>
                  <a:lnTo>
                    <a:pt x="38" y="66"/>
                  </a:lnTo>
                  <a:lnTo>
                    <a:pt x="32" y="82"/>
                  </a:lnTo>
                  <a:lnTo>
                    <a:pt x="32" y="82"/>
                  </a:lnTo>
                  <a:close/>
                </a:path>
              </a:pathLst>
            </a:custGeom>
            <a:solidFill>
              <a:srgbClr val="0066CC"/>
            </a:solidFill>
            <a:ln w="9525">
              <a:noFill/>
              <a:round/>
              <a:headEnd/>
              <a:tailEnd/>
            </a:ln>
          </p:spPr>
          <p:txBody>
            <a:bodyPr/>
            <a:lstStyle/>
            <a:p>
              <a:endParaRPr lang="en-US" dirty="0"/>
            </a:p>
          </p:txBody>
        </p:sp>
        <p:sp>
          <p:nvSpPr>
            <p:cNvPr id="4134" name="Freeform 38"/>
            <p:cNvSpPr>
              <a:spLocks/>
            </p:cNvSpPr>
            <p:nvPr/>
          </p:nvSpPr>
          <p:spPr bwMode="auto">
            <a:xfrm>
              <a:off x="5129" y="3987"/>
              <a:ext cx="96" cy="152"/>
            </a:xfrm>
            <a:custGeom>
              <a:avLst/>
              <a:gdLst/>
              <a:ahLst/>
              <a:cxnLst>
                <a:cxn ang="0">
                  <a:pos x="92" y="118"/>
                </a:cxn>
                <a:cxn ang="0">
                  <a:pos x="92" y="118"/>
                </a:cxn>
                <a:cxn ang="0">
                  <a:pos x="98" y="104"/>
                </a:cxn>
                <a:cxn ang="0">
                  <a:pos x="106" y="88"/>
                </a:cxn>
                <a:cxn ang="0">
                  <a:pos x="116" y="76"/>
                </a:cxn>
                <a:cxn ang="0">
                  <a:pos x="126" y="64"/>
                </a:cxn>
                <a:cxn ang="0">
                  <a:pos x="68" y="0"/>
                </a:cxn>
                <a:cxn ang="0">
                  <a:pos x="68" y="0"/>
                </a:cxn>
                <a:cxn ang="0">
                  <a:pos x="50" y="20"/>
                </a:cxn>
                <a:cxn ang="0">
                  <a:pos x="34" y="42"/>
                </a:cxn>
                <a:cxn ang="0">
                  <a:pos x="22" y="66"/>
                </a:cxn>
                <a:cxn ang="0">
                  <a:pos x="12" y="92"/>
                </a:cxn>
                <a:cxn ang="0">
                  <a:pos x="12" y="92"/>
                </a:cxn>
                <a:cxn ang="0">
                  <a:pos x="4" y="118"/>
                </a:cxn>
                <a:cxn ang="0">
                  <a:pos x="0" y="146"/>
                </a:cxn>
                <a:cxn ang="0">
                  <a:pos x="0" y="174"/>
                </a:cxn>
                <a:cxn ang="0">
                  <a:pos x="4" y="200"/>
                </a:cxn>
                <a:cxn ang="0">
                  <a:pos x="88" y="182"/>
                </a:cxn>
                <a:cxn ang="0">
                  <a:pos x="88" y="182"/>
                </a:cxn>
                <a:cxn ang="0">
                  <a:pos x="86" y="166"/>
                </a:cxn>
                <a:cxn ang="0">
                  <a:pos x="86" y="150"/>
                </a:cxn>
                <a:cxn ang="0">
                  <a:pos x="88" y="134"/>
                </a:cxn>
                <a:cxn ang="0">
                  <a:pos x="92" y="118"/>
                </a:cxn>
                <a:cxn ang="0">
                  <a:pos x="92" y="118"/>
                </a:cxn>
              </a:cxnLst>
              <a:rect l="0" t="0" r="r" b="b"/>
              <a:pathLst>
                <a:path w="126" h="200">
                  <a:moveTo>
                    <a:pt x="92" y="118"/>
                  </a:moveTo>
                  <a:lnTo>
                    <a:pt x="92" y="118"/>
                  </a:lnTo>
                  <a:lnTo>
                    <a:pt x="98" y="104"/>
                  </a:lnTo>
                  <a:lnTo>
                    <a:pt x="106" y="88"/>
                  </a:lnTo>
                  <a:lnTo>
                    <a:pt x="116" y="76"/>
                  </a:lnTo>
                  <a:lnTo>
                    <a:pt x="126" y="64"/>
                  </a:lnTo>
                  <a:lnTo>
                    <a:pt x="68" y="0"/>
                  </a:lnTo>
                  <a:lnTo>
                    <a:pt x="68" y="0"/>
                  </a:lnTo>
                  <a:lnTo>
                    <a:pt x="50" y="20"/>
                  </a:lnTo>
                  <a:lnTo>
                    <a:pt x="34" y="42"/>
                  </a:lnTo>
                  <a:lnTo>
                    <a:pt x="22" y="66"/>
                  </a:lnTo>
                  <a:lnTo>
                    <a:pt x="12" y="92"/>
                  </a:lnTo>
                  <a:lnTo>
                    <a:pt x="12" y="92"/>
                  </a:lnTo>
                  <a:lnTo>
                    <a:pt x="4" y="118"/>
                  </a:lnTo>
                  <a:lnTo>
                    <a:pt x="0" y="146"/>
                  </a:lnTo>
                  <a:lnTo>
                    <a:pt x="0" y="174"/>
                  </a:lnTo>
                  <a:lnTo>
                    <a:pt x="4" y="200"/>
                  </a:lnTo>
                  <a:lnTo>
                    <a:pt x="88" y="182"/>
                  </a:lnTo>
                  <a:lnTo>
                    <a:pt x="88" y="182"/>
                  </a:lnTo>
                  <a:lnTo>
                    <a:pt x="86" y="166"/>
                  </a:lnTo>
                  <a:lnTo>
                    <a:pt x="86" y="150"/>
                  </a:lnTo>
                  <a:lnTo>
                    <a:pt x="88" y="134"/>
                  </a:lnTo>
                  <a:lnTo>
                    <a:pt x="92" y="118"/>
                  </a:lnTo>
                  <a:lnTo>
                    <a:pt x="92" y="118"/>
                  </a:lnTo>
                  <a:close/>
                </a:path>
              </a:pathLst>
            </a:custGeom>
            <a:solidFill>
              <a:srgbClr val="0066CC"/>
            </a:solidFill>
            <a:ln w="9525">
              <a:noFill/>
              <a:round/>
              <a:headEnd/>
              <a:tailEnd/>
            </a:ln>
          </p:spPr>
          <p:txBody>
            <a:bodyPr/>
            <a:lstStyle/>
            <a:p>
              <a:endParaRPr lang="en-US" dirty="0"/>
            </a:p>
          </p:txBody>
        </p:sp>
        <p:sp>
          <p:nvSpPr>
            <p:cNvPr id="4135" name="Freeform 39"/>
            <p:cNvSpPr>
              <a:spLocks/>
            </p:cNvSpPr>
            <p:nvPr/>
          </p:nvSpPr>
          <p:spPr bwMode="auto">
            <a:xfrm>
              <a:off x="5135" y="4142"/>
              <a:ext cx="126" cy="132"/>
            </a:xfrm>
            <a:custGeom>
              <a:avLst/>
              <a:gdLst/>
              <a:ahLst/>
              <a:cxnLst>
                <a:cxn ang="0">
                  <a:pos x="84" y="0"/>
                </a:cxn>
                <a:cxn ang="0">
                  <a:pos x="0" y="18"/>
                </a:cxn>
                <a:cxn ang="0">
                  <a:pos x="0" y="18"/>
                </a:cxn>
                <a:cxn ang="0">
                  <a:pos x="8" y="44"/>
                </a:cxn>
                <a:cxn ang="0">
                  <a:pos x="20" y="68"/>
                </a:cxn>
                <a:cxn ang="0">
                  <a:pos x="34" y="90"/>
                </a:cxn>
                <a:cxn ang="0">
                  <a:pos x="50" y="112"/>
                </a:cxn>
                <a:cxn ang="0">
                  <a:pos x="70" y="130"/>
                </a:cxn>
                <a:cxn ang="0">
                  <a:pos x="90" y="148"/>
                </a:cxn>
                <a:cxn ang="0">
                  <a:pos x="114" y="162"/>
                </a:cxn>
                <a:cxn ang="0">
                  <a:pos x="140" y="174"/>
                </a:cxn>
                <a:cxn ang="0">
                  <a:pos x="166" y="92"/>
                </a:cxn>
                <a:cxn ang="0">
                  <a:pos x="166" y="92"/>
                </a:cxn>
                <a:cxn ang="0">
                  <a:pos x="152" y="84"/>
                </a:cxn>
                <a:cxn ang="0">
                  <a:pos x="138" y="76"/>
                </a:cxn>
                <a:cxn ang="0">
                  <a:pos x="126" y="66"/>
                </a:cxn>
                <a:cxn ang="0">
                  <a:pos x="114" y="54"/>
                </a:cxn>
                <a:cxn ang="0">
                  <a:pos x="104" y="42"/>
                </a:cxn>
                <a:cxn ang="0">
                  <a:pos x="96" y="28"/>
                </a:cxn>
                <a:cxn ang="0">
                  <a:pos x="90" y="14"/>
                </a:cxn>
                <a:cxn ang="0">
                  <a:pos x="84" y="0"/>
                </a:cxn>
                <a:cxn ang="0">
                  <a:pos x="84" y="0"/>
                </a:cxn>
              </a:cxnLst>
              <a:rect l="0" t="0" r="r" b="b"/>
              <a:pathLst>
                <a:path w="166" h="174">
                  <a:moveTo>
                    <a:pt x="84" y="0"/>
                  </a:moveTo>
                  <a:lnTo>
                    <a:pt x="0" y="18"/>
                  </a:lnTo>
                  <a:lnTo>
                    <a:pt x="0" y="18"/>
                  </a:lnTo>
                  <a:lnTo>
                    <a:pt x="8" y="44"/>
                  </a:lnTo>
                  <a:lnTo>
                    <a:pt x="20" y="68"/>
                  </a:lnTo>
                  <a:lnTo>
                    <a:pt x="34" y="90"/>
                  </a:lnTo>
                  <a:lnTo>
                    <a:pt x="50" y="112"/>
                  </a:lnTo>
                  <a:lnTo>
                    <a:pt x="70" y="130"/>
                  </a:lnTo>
                  <a:lnTo>
                    <a:pt x="90" y="148"/>
                  </a:lnTo>
                  <a:lnTo>
                    <a:pt x="114" y="162"/>
                  </a:lnTo>
                  <a:lnTo>
                    <a:pt x="140" y="174"/>
                  </a:lnTo>
                  <a:lnTo>
                    <a:pt x="166" y="92"/>
                  </a:lnTo>
                  <a:lnTo>
                    <a:pt x="166" y="92"/>
                  </a:lnTo>
                  <a:lnTo>
                    <a:pt x="152" y="84"/>
                  </a:lnTo>
                  <a:lnTo>
                    <a:pt x="138" y="76"/>
                  </a:lnTo>
                  <a:lnTo>
                    <a:pt x="126" y="66"/>
                  </a:lnTo>
                  <a:lnTo>
                    <a:pt x="114" y="54"/>
                  </a:lnTo>
                  <a:lnTo>
                    <a:pt x="104" y="42"/>
                  </a:lnTo>
                  <a:lnTo>
                    <a:pt x="96" y="28"/>
                  </a:lnTo>
                  <a:lnTo>
                    <a:pt x="90" y="14"/>
                  </a:lnTo>
                  <a:lnTo>
                    <a:pt x="84" y="0"/>
                  </a:lnTo>
                  <a:lnTo>
                    <a:pt x="84" y="0"/>
                  </a:lnTo>
                  <a:close/>
                </a:path>
              </a:pathLst>
            </a:custGeom>
            <a:solidFill>
              <a:srgbClr val="0066CC"/>
            </a:solidFill>
            <a:ln w="9525">
              <a:noFill/>
              <a:round/>
              <a:headEnd/>
              <a:tailEnd/>
            </a:ln>
          </p:spPr>
          <p:txBody>
            <a:bodyPr/>
            <a:lstStyle/>
            <a:p>
              <a:endParaRPr lang="en-US" dirty="0"/>
            </a:p>
          </p:txBody>
        </p:sp>
        <p:sp>
          <p:nvSpPr>
            <p:cNvPr id="4136" name="Freeform 40"/>
            <p:cNvSpPr>
              <a:spLocks/>
            </p:cNvSpPr>
            <p:nvPr/>
          </p:nvSpPr>
          <p:spPr bwMode="auto">
            <a:xfrm>
              <a:off x="5345" y="3948"/>
              <a:ext cx="127" cy="132"/>
            </a:xfrm>
            <a:custGeom>
              <a:avLst/>
              <a:gdLst/>
              <a:ahLst/>
              <a:cxnLst>
                <a:cxn ang="0">
                  <a:pos x="84" y="174"/>
                </a:cxn>
                <a:cxn ang="0">
                  <a:pos x="168" y="156"/>
                </a:cxn>
                <a:cxn ang="0">
                  <a:pos x="168" y="156"/>
                </a:cxn>
                <a:cxn ang="0">
                  <a:pos x="160" y="130"/>
                </a:cxn>
                <a:cxn ang="0">
                  <a:pos x="148" y="106"/>
                </a:cxn>
                <a:cxn ang="0">
                  <a:pos x="134" y="84"/>
                </a:cxn>
                <a:cxn ang="0">
                  <a:pos x="118" y="62"/>
                </a:cxn>
                <a:cxn ang="0">
                  <a:pos x="98" y="44"/>
                </a:cxn>
                <a:cxn ang="0">
                  <a:pos x="76" y="26"/>
                </a:cxn>
                <a:cxn ang="0">
                  <a:pos x="54" y="12"/>
                </a:cxn>
                <a:cxn ang="0">
                  <a:pos x="28" y="0"/>
                </a:cxn>
                <a:cxn ang="0">
                  <a:pos x="0" y="82"/>
                </a:cxn>
                <a:cxn ang="0">
                  <a:pos x="0" y="82"/>
                </a:cxn>
                <a:cxn ang="0">
                  <a:pos x="16" y="90"/>
                </a:cxn>
                <a:cxn ang="0">
                  <a:pos x="30" y="98"/>
                </a:cxn>
                <a:cxn ang="0">
                  <a:pos x="42" y="108"/>
                </a:cxn>
                <a:cxn ang="0">
                  <a:pos x="54" y="120"/>
                </a:cxn>
                <a:cxn ang="0">
                  <a:pos x="64" y="132"/>
                </a:cxn>
                <a:cxn ang="0">
                  <a:pos x="72" y="144"/>
                </a:cxn>
                <a:cxn ang="0">
                  <a:pos x="78" y="160"/>
                </a:cxn>
                <a:cxn ang="0">
                  <a:pos x="84" y="174"/>
                </a:cxn>
                <a:cxn ang="0">
                  <a:pos x="84" y="174"/>
                </a:cxn>
              </a:cxnLst>
              <a:rect l="0" t="0" r="r" b="b"/>
              <a:pathLst>
                <a:path w="168" h="174">
                  <a:moveTo>
                    <a:pt x="84" y="174"/>
                  </a:moveTo>
                  <a:lnTo>
                    <a:pt x="168" y="156"/>
                  </a:lnTo>
                  <a:lnTo>
                    <a:pt x="168" y="156"/>
                  </a:lnTo>
                  <a:lnTo>
                    <a:pt x="160" y="130"/>
                  </a:lnTo>
                  <a:lnTo>
                    <a:pt x="148" y="106"/>
                  </a:lnTo>
                  <a:lnTo>
                    <a:pt x="134" y="84"/>
                  </a:lnTo>
                  <a:lnTo>
                    <a:pt x="118" y="62"/>
                  </a:lnTo>
                  <a:lnTo>
                    <a:pt x="98" y="44"/>
                  </a:lnTo>
                  <a:lnTo>
                    <a:pt x="76" y="26"/>
                  </a:lnTo>
                  <a:lnTo>
                    <a:pt x="54" y="12"/>
                  </a:lnTo>
                  <a:lnTo>
                    <a:pt x="28" y="0"/>
                  </a:lnTo>
                  <a:lnTo>
                    <a:pt x="0" y="82"/>
                  </a:lnTo>
                  <a:lnTo>
                    <a:pt x="0" y="82"/>
                  </a:lnTo>
                  <a:lnTo>
                    <a:pt x="16" y="90"/>
                  </a:lnTo>
                  <a:lnTo>
                    <a:pt x="30" y="98"/>
                  </a:lnTo>
                  <a:lnTo>
                    <a:pt x="42" y="108"/>
                  </a:lnTo>
                  <a:lnTo>
                    <a:pt x="54" y="120"/>
                  </a:lnTo>
                  <a:lnTo>
                    <a:pt x="64" y="132"/>
                  </a:lnTo>
                  <a:lnTo>
                    <a:pt x="72" y="144"/>
                  </a:lnTo>
                  <a:lnTo>
                    <a:pt x="78" y="160"/>
                  </a:lnTo>
                  <a:lnTo>
                    <a:pt x="84" y="174"/>
                  </a:lnTo>
                  <a:lnTo>
                    <a:pt x="84" y="174"/>
                  </a:lnTo>
                  <a:close/>
                </a:path>
              </a:pathLst>
            </a:custGeom>
            <a:solidFill>
              <a:schemeClr val="tx1"/>
            </a:solidFill>
            <a:ln w="9525">
              <a:noFill/>
              <a:round/>
              <a:headEnd/>
              <a:tailEnd/>
            </a:ln>
          </p:spPr>
          <p:txBody>
            <a:bodyPr/>
            <a:lstStyle/>
            <a:p>
              <a:endParaRPr lang="en-US" dirty="0"/>
            </a:p>
          </p:txBody>
        </p:sp>
        <p:sp>
          <p:nvSpPr>
            <p:cNvPr id="4137" name="Freeform 41"/>
            <p:cNvSpPr>
              <a:spLocks/>
            </p:cNvSpPr>
            <p:nvPr/>
          </p:nvSpPr>
          <p:spPr bwMode="auto">
            <a:xfrm>
              <a:off x="5258" y="4197"/>
              <a:ext cx="156" cy="88"/>
            </a:xfrm>
            <a:custGeom>
              <a:avLst/>
              <a:gdLst/>
              <a:ahLst/>
              <a:cxnLst>
                <a:cxn ang="0">
                  <a:pos x="26" y="26"/>
                </a:cxn>
                <a:cxn ang="0">
                  <a:pos x="0" y="108"/>
                </a:cxn>
                <a:cxn ang="0">
                  <a:pos x="0" y="108"/>
                </a:cxn>
                <a:cxn ang="0">
                  <a:pos x="28" y="114"/>
                </a:cxn>
                <a:cxn ang="0">
                  <a:pos x="56" y="116"/>
                </a:cxn>
                <a:cxn ang="0">
                  <a:pos x="82" y="116"/>
                </a:cxn>
                <a:cxn ang="0">
                  <a:pos x="110" y="112"/>
                </a:cxn>
                <a:cxn ang="0">
                  <a:pos x="136" y="104"/>
                </a:cxn>
                <a:cxn ang="0">
                  <a:pos x="160" y="94"/>
                </a:cxn>
                <a:cxn ang="0">
                  <a:pos x="184" y="80"/>
                </a:cxn>
                <a:cxn ang="0">
                  <a:pos x="206" y="64"/>
                </a:cxn>
                <a:cxn ang="0">
                  <a:pos x="148" y="0"/>
                </a:cxn>
                <a:cxn ang="0">
                  <a:pos x="148" y="0"/>
                </a:cxn>
                <a:cxn ang="0">
                  <a:pos x="134" y="10"/>
                </a:cxn>
                <a:cxn ang="0">
                  <a:pos x="120" y="18"/>
                </a:cxn>
                <a:cxn ang="0">
                  <a:pos x="106" y="24"/>
                </a:cxn>
                <a:cxn ang="0">
                  <a:pos x="90" y="28"/>
                </a:cxn>
                <a:cxn ang="0">
                  <a:pos x="74" y="30"/>
                </a:cxn>
                <a:cxn ang="0">
                  <a:pos x="58" y="30"/>
                </a:cxn>
                <a:cxn ang="0">
                  <a:pos x="42" y="30"/>
                </a:cxn>
                <a:cxn ang="0">
                  <a:pos x="26" y="26"/>
                </a:cxn>
                <a:cxn ang="0">
                  <a:pos x="26" y="26"/>
                </a:cxn>
              </a:cxnLst>
              <a:rect l="0" t="0" r="r" b="b"/>
              <a:pathLst>
                <a:path w="206" h="116">
                  <a:moveTo>
                    <a:pt x="26" y="26"/>
                  </a:moveTo>
                  <a:lnTo>
                    <a:pt x="0" y="108"/>
                  </a:lnTo>
                  <a:lnTo>
                    <a:pt x="0" y="108"/>
                  </a:lnTo>
                  <a:lnTo>
                    <a:pt x="28" y="114"/>
                  </a:lnTo>
                  <a:lnTo>
                    <a:pt x="56" y="116"/>
                  </a:lnTo>
                  <a:lnTo>
                    <a:pt x="82" y="116"/>
                  </a:lnTo>
                  <a:lnTo>
                    <a:pt x="110" y="112"/>
                  </a:lnTo>
                  <a:lnTo>
                    <a:pt x="136" y="104"/>
                  </a:lnTo>
                  <a:lnTo>
                    <a:pt x="160" y="94"/>
                  </a:lnTo>
                  <a:lnTo>
                    <a:pt x="184" y="80"/>
                  </a:lnTo>
                  <a:lnTo>
                    <a:pt x="206" y="64"/>
                  </a:lnTo>
                  <a:lnTo>
                    <a:pt x="148" y="0"/>
                  </a:lnTo>
                  <a:lnTo>
                    <a:pt x="148" y="0"/>
                  </a:lnTo>
                  <a:lnTo>
                    <a:pt x="134" y="10"/>
                  </a:lnTo>
                  <a:lnTo>
                    <a:pt x="120" y="18"/>
                  </a:lnTo>
                  <a:lnTo>
                    <a:pt x="106" y="24"/>
                  </a:lnTo>
                  <a:lnTo>
                    <a:pt x="90" y="28"/>
                  </a:lnTo>
                  <a:lnTo>
                    <a:pt x="74" y="30"/>
                  </a:lnTo>
                  <a:lnTo>
                    <a:pt x="58" y="30"/>
                  </a:lnTo>
                  <a:lnTo>
                    <a:pt x="42" y="30"/>
                  </a:lnTo>
                  <a:lnTo>
                    <a:pt x="26" y="26"/>
                  </a:lnTo>
                  <a:lnTo>
                    <a:pt x="26" y="26"/>
                  </a:lnTo>
                  <a:close/>
                </a:path>
              </a:pathLst>
            </a:custGeom>
            <a:solidFill>
              <a:srgbClr val="0066CC"/>
            </a:solidFill>
            <a:ln w="9525">
              <a:noFill/>
              <a:round/>
              <a:headEnd/>
              <a:tailEnd/>
            </a:ln>
          </p:spPr>
          <p:txBody>
            <a:bodyPr/>
            <a:lstStyle/>
            <a:p>
              <a:endParaRPr lang="en-US" dirty="0"/>
            </a:p>
          </p:txBody>
        </p:sp>
      </p:grpSp>
      <p:grpSp>
        <p:nvGrpSpPr>
          <p:cNvPr id="5" name="Group 42"/>
          <p:cNvGrpSpPr>
            <a:grpSpLocks/>
          </p:cNvGrpSpPr>
          <p:nvPr/>
        </p:nvGrpSpPr>
        <p:grpSpPr bwMode="auto">
          <a:xfrm>
            <a:off x="8089900" y="5821363"/>
            <a:ext cx="390525" cy="390525"/>
            <a:chOff x="5114" y="3685"/>
            <a:chExt cx="246" cy="246"/>
          </a:xfrm>
        </p:grpSpPr>
        <p:sp>
          <p:nvSpPr>
            <p:cNvPr id="4139" name="Freeform 43"/>
            <p:cNvSpPr>
              <a:spLocks/>
            </p:cNvSpPr>
            <p:nvPr/>
          </p:nvSpPr>
          <p:spPr bwMode="auto">
            <a:xfrm>
              <a:off x="5135" y="3845"/>
              <a:ext cx="94" cy="86"/>
            </a:xfrm>
            <a:custGeom>
              <a:avLst/>
              <a:gdLst/>
              <a:ahLst/>
              <a:cxnLst>
                <a:cxn ang="0">
                  <a:pos x="70" y="0"/>
                </a:cxn>
                <a:cxn ang="0">
                  <a:pos x="0" y="42"/>
                </a:cxn>
                <a:cxn ang="0">
                  <a:pos x="0" y="42"/>
                </a:cxn>
                <a:cxn ang="0">
                  <a:pos x="10" y="56"/>
                </a:cxn>
                <a:cxn ang="0">
                  <a:pos x="22" y="70"/>
                </a:cxn>
                <a:cxn ang="0">
                  <a:pos x="36" y="82"/>
                </a:cxn>
                <a:cxn ang="0">
                  <a:pos x="52" y="92"/>
                </a:cxn>
                <a:cxn ang="0">
                  <a:pos x="68" y="100"/>
                </a:cxn>
                <a:cxn ang="0">
                  <a:pos x="86" y="108"/>
                </a:cxn>
                <a:cxn ang="0">
                  <a:pos x="104" y="112"/>
                </a:cxn>
                <a:cxn ang="0">
                  <a:pos x="124" y="114"/>
                </a:cxn>
                <a:cxn ang="0">
                  <a:pos x="124" y="32"/>
                </a:cxn>
                <a:cxn ang="0">
                  <a:pos x="124" y="32"/>
                </a:cxn>
                <a:cxn ang="0">
                  <a:pos x="108" y="28"/>
                </a:cxn>
                <a:cxn ang="0">
                  <a:pos x="94" y="22"/>
                </a:cxn>
                <a:cxn ang="0">
                  <a:pos x="82" y="12"/>
                </a:cxn>
                <a:cxn ang="0">
                  <a:pos x="70" y="0"/>
                </a:cxn>
                <a:cxn ang="0">
                  <a:pos x="70" y="0"/>
                </a:cxn>
              </a:cxnLst>
              <a:rect l="0" t="0" r="r" b="b"/>
              <a:pathLst>
                <a:path w="124" h="114">
                  <a:moveTo>
                    <a:pt x="70" y="0"/>
                  </a:moveTo>
                  <a:lnTo>
                    <a:pt x="0" y="42"/>
                  </a:lnTo>
                  <a:lnTo>
                    <a:pt x="0" y="42"/>
                  </a:lnTo>
                  <a:lnTo>
                    <a:pt x="10" y="56"/>
                  </a:lnTo>
                  <a:lnTo>
                    <a:pt x="22" y="70"/>
                  </a:lnTo>
                  <a:lnTo>
                    <a:pt x="36" y="82"/>
                  </a:lnTo>
                  <a:lnTo>
                    <a:pt x="52" y="92"/>
                  </a:lnTo>
                  <a:lnTo>
                    <a:pt x="68" y="100"/>
                  </a:lnTo>
                  <a:lnTo>
                    <a:pt x="86" y="108"/>
                  </a:lnTo>
                  <a:lnTo>
                    <a:pt x="104" y="112"/>
                  </a:lnTo>
                  <a:lnTo>
                    <a:pt x="124" y="114"/>
                  </a:lnTo>
                  <a:lnTo>
                    <a:pt x="124" y="32"/>
                  </a:lnTo>
                  <a:lnTo>
                    <a:pt x="124" y="32"/>
                  </a:lnTo>
                  <a:lnTo>
                    <a:pt x="108" y="28"/>
                  </a:lnTo>
                  <a:lnTo>
                    <a:pt x="94" y="22"/>
                  </a:lnTo>
                  <a:lnTo>
                    <a:pt x="82" y="12"/>
                  </a:lnTo>
                  <a:lnTo>
                    <a:pt x="70" y="0"/>
                  </a:lnTo>
                  <a:lnTo>
                    <a:pt x="70" y="0"/>
                  </a:lnTo>
                  <a:close/>
                </a:path>
              </a:pathLst>
            </a:custGeom>
            <a:solidFill>
              <a:srgbClr val="0066CC"/>
            </a:solidFill>
            <a:ln w="9525">
              <a:noFill/>
              <a:round/>
              <a:headEnd/>
              <a:tailEnd/>
            </a:ln>
          </p:spPr>
          <p:txBody>
            <a:bodyPr/>
            <a:lstStyle/>
            <a:p>
              <a:endParaRPr lang="en-US" dirty="0"/>
            </a:p>
          </p:txBody>
        </p:sp>
        <p:sp>
          <p:nvSpPr>
            <p:cNvPr id="4140" name="Freeform 44"/>
            <p:cNvSpPr>
              <a:spLocks/>
            </p:cNvSpPr>
            <p:nvPr/>
          </p:nvSpPr>
          <p:spPr bwMode="auto">
            <a:xfrm>
              <a:off x="5135" y="3685"/>
              <a:ext cx="94" cy="87"/>
            </a:xfrm>
            <a:custGeom>
              <a:avLst/>
              <a:gdLst/>
              <a:ahLst/>
              <a:cxnLst>
                <a:cxn ang="0">
                  <a:pos x="124" y="82"/>
                </a:cxn>
                <a:cxn ang="0">
                  <a:pos x="124" y="0"/>
                </a:cxn>
                <a:cxn ang="0">
                  <a:pos x="124" y="0"/>
                </a:cxn>
                <a:cxn ang="0">
                  <a:pos x="104" y="2"/>
                </a:cxn>
                <a:cxn ang="0">
                  <a:pos x="86" y="8"/>
                </a:cxn>
                <a:cxn ang="0">
                  <a:pos x="68" y="14"/>
                </a:cxn>
                <a:cxn ang="0">
                  <a:pos x="52" y="22"/>
                </a:cxn>
                <a:cxn ang="0">
                  <a:pos x="36" y="32"/>
                </a:cxn>
                <a:cxn ang="0">
                  <a:pos x="22" y="44"/>
                </a:cxn>
                <a:cxn ang="0">
                  <a:pos x="10" y="58"/>
                </a:cxn>
                <a:cxn ang="0">
                  <a:pos x="0" y="72"/>
                </a:cxn>
                <a:cxn ang="0">
                  <a:pos x="70" y="114"/>
                </a:cxn>
                <a:cxn ang="0">
                  <a:pos x="70" y="114"/>
                </a:cxn>
                <a:cxn ang="0">
                  <a:pos x="82" y="102"/>
                </a:cxn>
                <a:cxn ang="0">
                  <a:pos x="94" y="92"/>
                </a:cxn>
                <a:cxn ang="0">
                  <a:pos x="108" y="86"/>
                </a:cxn>
                <a:cxn ang="0">
                  <a:pos x="124" y="82"/>
                </a:cxn>
                <a:cxn ang="0">
                  <a:pos x="124" y="82"/>
                </a:cxn>
              </a:cxnLst>
              <a:rect l="0" t="0" r="r" b="b"/>
              <a:pathLst>
                <a:path w="124" h="114">
                  <a:moveTo>
                    <a:pt x="124" y="82"/>
                  </a:moveTo>
                  <a:lnTo>
                    <a:pt x="124" y="0"/>
                  </a:lnTo>
                  <a:lnTo>
                    <a:pt x="124" y="0"/>
                  </a:lnTo>
                  <a:lnTo>
                    <a:pt x="104" y="2"/>
                  </a:lnTo>
                  <a:lnTo>
                    <a:pt x="86" y="8"/>
                  </a:lnTo>
                  <a:lnTo>
                    <a:pt x="68" y="14"/>
                  </a:lnTo>
                  <a:lnTo>
                    <a:pt x="52" y="22"/>
                  </a:lnTo>
                  <a:lnTo>
                    <a:pt x="36" y="32"/>
                  </a:lnTo>
                  <a:lnTo>
                    <a:pt x="22" y="44"/>
                  </a:lnTo>
                  <a:lnTo>
                    <a:pt x="10" y="58"/>
                  </a:lnTo>
                  <a:lnTo>
                    <a:pt x="0" y="72"/>
                  </a:lnTo>
                  <a:lnTo>
                    <a:pt x="70" y="114"/>
                  </a:lnTo>
                  <a:lnTo>
                    <a:pt x="70" y="114"/>
                  </a:lnTo>
                  <a:lnTo>
                    <a:pt x="82" y="102"/>
                  </a:lnTo>
                  <a:lnTo>
                    <a:pt x="94" y="92"/>
                  </a:lnTo>
                  <a:lnTo>
                    <a:pt x="108" y="86"/>
                  </a:lnTo>
                  <a:lnTo>
                    <a:pt x="124" y="82"/>
                  </a:lnTo>
                  <a:lnTo>
                    <a:pt x="124" y="82"/>
                  </a:lnTo>
                  <a:close/>
                </a:path>
              </a:pathLst>
            </a:custGeom>
            <a:solidFill>
              <a:srgbClr val="0066CC"/>
            </a:solidFill>
            <a:ln w="9525">
              <a:noFill/>
              <a:round/>
              <a:headEnd/>
              <a:tailEnd/>
            </a:ln>
          </p:spPr>
          <p:txBody>
            <a:bodyPr/>
            <a:lstStyle/>
            <a:p>
              <a:endParaRPr lang="en-US" dirty="0"/>
            </a:p>
          </p:txBody>
        </p:sp>
        <p:sp>
          <p:nvSpPr>
            <p:cNvPr id="4141" name="Freeform 45"/>
            <p:cNvSpPr>
              <a:spLocks/>
            </p:cNvSpPr>
            <p:nvPr/>
          </p:nvSpPr>
          <p:spPr bwMode="auto">
            <a:xfrm>
              <a:off x="5114" y="3754"/>
              <a:ext cx="67" cy="109"/>
            </a:xfrm>
            <a:custGeom>
              <a:avLst/>
              <a:gdLst/>
              <a:ahLst/>
              <a:cxnLst>
                <a:cxn ang="0">
                  <a:pos x="82" y="72"/>
                </a:cxn>
                <a:cxn ang="0">
                  <a:pos x="82" y="72"/>
                </a:cxn>
                <a:cxn ang="0">
                  <a:pos x="84" y="56"/>
                </a:cxn>
                <a:cxn ang="0">
                  <a:pos x="88" y="42"/>
                </a:cxn>
                <a:cxn ang="0">
                  <a:pos x="18" y="0"/>
                </a:cxn>
                <a:cxn ang="0">
                  <a:pos x="18" y="0"/>
                </a:cxn>
                <a:cxn ang="0">
                  <a:pos x="10" y="16"/>
                </a:cxn>
                <a:cxn ang="0">
                  <a:pos x="4" y="34"/>
                </a:cxn>
                <a:cxn ang="0">
                  <a:pos x="2" y="54"/>
                </a:cxn>
                <a:cxn ang="0">
                  <a:pos x="0" y="72"/>
                </a:cxn>
                <a:cxn ang="0">
                  <a:pos x="0" y="72"/>
                </a:cxn>
                <a:cxn ang="0">
                  <a:pos x="2" y="92"/>
                </a:cxn>
                <a:cxn ang="0">
                  <a:pos x="4" y="110"/>
                </a:cxn>
                <a:cxn ang="0">
                  <a:pos x="10" y="128"/>
                </a:cxn>
                <a:cxn ang="0">
                  <a:pos x="18" y="144"/>
                </a:cxn>
                <a:cxn ang="0">
                  <a:pos x="88" y="104"/>
                </a:cxn>
                <a:cxn ang="0">
                  <a:pos x="88" y="104"/>
                </a:cxn>
                <a:cxn ang="0">
                  <a:pos x="84" y="88"/>
                </a:cxn>
                <a:cxn ang="0">
                  <a:pos x="82" y="72"/>
                </a:cxn>
                <a:cxn ang="0">
                  <a:pos x="82" y="72"/>
                </a:cxn>
              </a:cxnLst>
              <a:rect l="0" t="0" r="r" b="b"/>
              <a:pathLst>
                <a:path w="88" h="144">
                  <a:moveTo>
                    <a:pt x="82" y="72"/>
                  </a:moveTo>
                  <a:lnTo>
                    <a:pt x="82" y="72"/>
                  </a:lnTo>
                  <a:lnTo>
                    <a:pt x="84" y="56"/>
                  </a:lnTo>
                  <a:lnTo>
                    <a:pt x="88" y="42"/>
                  </a:lnTo>
                  <a:lnTo>
                    <a:pt x="18" y="0"/>
                  </a:lnTo>
                  <a:lnTo>
                    <a:pt x="18" y="0"/>
                  </a:lnTo>
                  <a:lnTo>
                    <a:pt x="10" y="16"/>
                  </a:lnTo>
                  <a:lnTo>
                    <a:pt x="4" y="34"/>
                  </a:lnTo>
                  <a:lnTo>
                    <a:pt x="2" y="54"/>
                  </a:lnTo>
                  <a:lnTo>
                    <a:pt x="0" y="72"/>
                  </a:lnTo>
                  <a:lnTo>
                    <a:pt x="0" y="72"/>
                  </a:lnTo>
                  <a:lnTo>
                    <a:pt x="2" y="92"/>
                  </a:lnTo>
                  <a:lnTo>
                    <a:pt x="4" y="110"/>
                  </a:lnTo>
                  <a:lnTo>
                    <a:pt x="10" y="128"/>
                  </a:lnTo>
                  <a:lnTo>
                    <a:pt x="18" y="144"/>
                  </a:lnTo>
                  <a:lnTo>
                    <a:pt x="88" y="104"/>
                  </a:lnTo>
                  <a:lnTo>
                    <a:pt x="88" y="104"/>
                  </a:lnTo>
                  <a:lnTo>
                    <a:pt x="84" y="88"/>
                  </a:lnTo>
                  <a:lnTo>
                    <a:pt x="82" y="72"/>
                  </a:lnTo>
                  <a:lnTo>
                    <a:pt x="82" y="72"/>
                  </a:lnTo>
                  <a:close/>
                </a:path>
              </a:pathLst>
            </a:custGeom>
            <a:solidFill>
              <a:srgbClr val="0066CC"/>
            </a:solidFill>
            <a:ln w="9525">
              <a:noFill/>
              <a:round/>
              <a:headEnd/>
              <a:tailEnd/>
            </a:ln>
          </p:spPr>
          <p:txBody>
            <a:bodyPr/>
            <a:lstStyle/>
            <a:p>
              <a:endParaRPr lang="en-US" dirty="0"/>
            </a:p>
          </p:txBody>
        </p:sp>
        <p:sp>
          <p:nvSpPr>
            <p:cNvPr id="4142" name="Freeform 46"/>
            <p:cNvSpPr>
              <a:spLocks/>
            </p:cNvSpPr>
            <p:nvPr/>
          </p:nvSpPr>
          <p:spPr bwMode="auto">
            <a:xfrm>
              <a:off x="5293" y="3754"/>
              <a:ext cx="67" cy="109"/>
            </a:xfrm>
            <a:custGeom>
              <a:avLst/>
              <a:gdLst/>
              <a:ahLst/>
              <a:cxnLst>
                <a:cxn ang="0">
                  <a:pos x="6" y="72"/>
                </a:cxn>
                <a:cxn ang="0">
                  <a:pos x="6" y="72"/>
                </a:cxn>
                <a:cxn ang="0">
                  <a:pos x="6" y="88"/>
                </a:cxn>
                <a:cxn ang="0">
                  <a:pos x="0" y="104"/>
                </a:cxn>
                <a:cxn ang="0">
                  <a:pos x="72" y="144"/>
                </a:cxn>
                <a:cxn ang="0">
                  <a:pos x="72" y="144"/>
                </a:cxn>
                <a:cxn ang="0">
                  <a:pos x="78" y="128"/>
                </a:cxn>
                <a:cxn ang="0">
                  <a:pos x="84" y="110"/>
                </a:cxn>
                <a:cxn ang="0">
                  <a:pos x="88" y="92"/>
                </a:cxn>
                <a:cxn ang="0">
                  <a:pos x="88" y="72"/>
                </a:cxn>
                <a:cxn ang="0">
                  <a:pos x="88" y="72"/>
                </a:cxn>
                <a:cxn ang="0">
                  <a:pos x="88" y="54"/>
                </a:cxn>
                <a:cxn ang="0">
                  <a:pos x="84" y="34"/>
                </a:cxn>
                <a:cxn ang="0">
                  <a:pos x="78" y="16"/>
                </a:cxn>
                <a:cxn ang="0">
                  <a:pos x="72" y="0"/>
                </a:cxn>
                <a:cxn ang="0">
                  <a:pos x="0" y="42"/>
                </a:cxn>
                <a:cxn ang="0">
                  <a:pos x="0" y="42"/>
                </a:cxn>
                <a:cxn ang="0">
                  <a:pos x="6" y="56"/>
                </a:cxn>
                <a:cxn ang="0">
                  <a:pos x="6" y="72"/>
                </a:cxn>
                <a:cxn ang="0">
                  <a:pos x="6" y="72"/>
                </a:cxn>
              </a:cxnLst>
              <a:rect l="0" t="0" r="r" b="b"/>
              <a:pathLst>
                <a:path w="88" h="144">
                  <a:moveTo>
                    <a:pt x="6" y="72"/>
                  </a:moveTo>
                  <a:lnTo>
                    <a:pt x="6" y="72"/>
                  </a:lnTo>
                  <a:lnTo>
                    <a:pt x="6" y="88"/>
                  </a:lnTo>
                  <a:lnTo>
                    <a:pt x="0" y="104"/>
                  </a:lnTo>
                  <a:lnTo>
                    <a:pt x="72" y="144"/>
                  </a:lnTo>
                  <a:lnTo>
                    <a:pt x="72" y="144"/>
                  </a:lnTo>
                  <a:lnTo>
                    <a:pt x="78" y="128"/>
                  </a:lnTo>
                  <a:lnTo>
                    <a:pt x="84" y="110"/>
                  </a:lnTo>
                  <a:lnTo>
                    <a:pt x="88" y="92"/>
                  </a:lnTo>
                  <a:lnTo>
                    <a:pt x="88" y="72"/>
                  </a:lnTo>
                  <a:lnTo>
                    <a:pt x="88" y="72"/>
                  </a:lnTo>
                  <a:lnTo>
                    <a:pt x="88" y="54"/>
                  </a:lnTo>
                  <a:lnTo>
                    <a:pt x="84" y="34"/>
                  </a:lnTo>
                  <a:lnTo>
                    <a:pt x="78" y="16"/>
                  </a:lnTo>
                  <a:lnTo>
                    <a:pt x="72" y="0"/>
                  </a:lnTo>
                  <a:lnTo>
                    <a:pt x="0" y="42"/>
                  </a:lnTo>
                  <a:lnTo>
                    <a:pt x="0" y="42"/>
                  </a:lnTo>
                  <a:lnTo>
                    <a:pt x="6" y="56"/>
                  </a:lnTo>
                  <a:lnTo>
                    <a:pt x="6" y="72"/>
                  </a:lnTo>
                  <a:lnTo>
                    <a:pt x="6" y="72"/>
                  </a:lnTo>
                  <a:close/>
                </a:path>
              </a:pathLst>
            </a:custGeom>
            <a:solidFill>
              <a:schemeClr val="tx2"/>
            </a:solidFill>
            <a:ln w="9525">
              <a:noFill/>
              <a:round/>
              <a:headEnd/>
              <a:tailEnd/>
            </a:ln>
          </p:spPr>
          <p:txBody>
            <a:bodyPr/>
            <a:lstStyle/>
            <a:p>
              <a:endParaRPr lang="en-US" dirty="0"/>
            </a:p>
          </p:txBody>
        </p:sp>
        <p:sp>
          <p:nvSpPr>
            <p:cNvPr id="4143" name="Freeform 47"/>
            <p:cNvSpPr>
              <a:spLocks/>
            </p:cNvSpPr>
            <p:nvPr/>
          </p:nvSpPr>
          <p:spPr bwMode="auto">
            <a:xfrm>
              <a:off x="5245" y="3845"/>
              <a:ext cx="95" cy="86"/>
            </a:xfrm>
            <a:custGeom>
              <a:avLst/>
              <a:gdLst/>
              <a:ahLst/>
              <a:cxnLst>
                <a:cxn ang="0">
                  <a:pos x="0" y="32"/>
                </a:cxn>
                <a:cxn ang="0">
                  <a:pos x="0" y="114"/>
                </a:cxn>
                <a:cxn ang="0">
                  <a:pos x="0" y="114"/>
                </a:cxn>
                <a:cxn ang="0">
                  <a:pos x="20" y="112"/>
                </a:cxn>
                <a:cxn ang="0">
                  <a:pos x="38" y="108"/>
                </a:cxn>
                <a:cxn ang="0">
                  <a:pos x="56" y="100"/>
                </a:cxn>
                <a:cxn ang="0">
                  <a:pos x="72" y="92"/>
                </a:cxn>
                <a:cxn ang="0">
                  <a:pos x="88" y="82"/>
                </a:cxn>
                <a:cxn ang="0">
                  <a:pos x="102" y="70"/>
                </a:cxn>
                <a:cxn ang="0">
                  <a:pos x="114" y="56"/>
                </a:cxn>
                <a:cxn ang="0">
                  <a:pos x="126" y="42"/>
                </a:cxn>
                <a:cxn ang="0">
                  <a:pos x="54" y="0"/>
                </a:cxn>
                <a:cxn ang="0">
                  <a:pos x="54" y="0"/>
                </a:cxn>
                <a:cxn ang="0">
                  <a:pos x="44" y="12"/>
                </a:cxn>
                <a:cxn ang="0">
                  <a:pos x="30" y="22"/>
                </a:cxn>
                <a:cxn ang="0">
                  <a:pos x="16" y="28"/>
                </a:cxn>
                <a:cxn ang="0">
                  <a:pos x="0" y="32"/>
                </a:cxn>
                <a:cxn ang="0">
                  <a:pos x="0" y="32"/>
                </a:cxn>
              </a:cxnLst>
              <a:rect l="0" t="0" r="r" b="b"/>
              <a:pathLst>
                <a:path w="126" h="114">
                  <a:moveTo>
                    <a:pt x="0" y="32"/>
                  </a:moveTo>
                  <a:lnTo>
                    <a:pt x="0" y="114"/>
                  </a:lnTo>
                  <a:lnTo>
                    <a:pt x="0" y="114"/>
                  </a:lnTo>
                  <a:lnTo>
                    <a:pt x="20" y="112"/>
                  </a:lnTo>
                  <a:lnTo>
                    <a:pt x="38" y="108"/>
                  </a:lnTo>
                  <a:lnTo>
                    <a:pt x="56" y="100"/>
                  </a:lnTo>
                  <a:lnTo>
                    <a:pt x="72" y="92"/>
                  </a:lnTo>
                  <a:lnTo>
                    <a:pt x="88" y="82"/>
                  </a:lnTo>
                  <a:lnTo>
                    <a:pt x="102" y="70"/>
                  </a:lnTo>
                  <a:lnTo>
                    <a:pt x="114" y="56"/>
                  </a:lnTo>
                  <a:lnTo>
                    <a:pt x="126" y="42"/>
                  </a:lnTo>
                  <a:lnTo>
                    <a:pt x="54" y="0"/>
                  </a:lnTo>
                  <a:lnTo>
                    <a:pt x="54" y="0"/>
                  </a:lnTo>
                  <a:lnTo>
                    <a:pt x="44" y="12"/>
                  </a:lnTo>
                  <a:lnTo>
                    <a:pt x="30" y="22"/>
                  </a:lnTo>
                  <a:lnTo>
                    <a:pt x="16" y="28"/>
                  </a:lnTo>
                  <a:lnTo>
                    <a:pt x="0" y="32"/>
                  </a:lnTo>
                  <a:lnTo>
                    <a:pt x="0" y="32"/>
                  </a:lnTo>
                  <a:close/>
                </a:path>
              </a:pathLst>
            </a:custGeom>
            <a:solidFill>
              <a:schemeClr val="tx2"/>
            </a:solidFill>
            <a:ln w="9525">
              <a:noFill/>
              <a:round/>
              <a:headEnd/>
              <a:tailEnd/>
            </a:ln>
          </p:spPr>
          <p:txBody>
            <a:bodyPr/>
            <a:lstStyle/>
            <a:p>
              <a:endParaRPr lang="en-US" dirty="0"/>
            </a:p>
          </p:txBody>
        </p:sp>
        <p:sp>
          <p:nvSpPr>
            <p:cNvPr id="4144" name="Freeform 48"/>
            <p:cNvSpPr>
              <a:spLocks/>
            </p:cNvSpPr>
            <p:nvPr/>
          </p:nvSpPr>
          <p:spPr bwMode="auto">
            <a:xfrm>
              <a:off x="5245" y="3685"/>
              <a:ext cx="95" cy="87"/>
            </a:xfrm>
            <a:custGeom>
              <a:avLst/>
              <a:gdLst/>
              <a:ahLst/>
              <a:cxnLst>
                <a:cxn ang="0">
                  <a:pos x="54" y="114"/>
                </a:cxn>
                <a:cxn ang="0">
                  <a:pos x="126" y="72"/>
                </a:cxn>
                <a:cxn ang="0">
                  <a:pos x="126" y="72"/>
                </a:cxn>
                <a:cxn ang="0">
                  <a:pos x="114" y="58"/>
                </a:cxn>
                <a:cxn ang="0">
                  <a:pos x="102" y="44"/>
                </a:cxn>
                <a:cxn ang="0">
                  <a:pos x="88" y="32"/>
                </a:cxn>
                <a:cxn ang="0">
                  <a:pos x="72" y="22"/>
                </a:cxn>
                <a:cxn ang="0">
                  <a:pos x="56" y="14"/>
                </a:cxn>
                <a:cxn ang="0">
                  <a:pos x="38" y="8"/>
                </a:cxn>
                <a:cxn ang="0">
                  <a:pos x="20" y="2"/>
                </a:cxn>
                <a:cxn ang="0">
                  <a:pos x="0" y="0"/>
                </a:cxn>
                <a:cxn ang="0">
                  <a:pos x="0" y="82"/>
                </a:cxn>
                <a:cxn ang="0">
                  <a:pos x="0" y="82"/>
                </a:cxn>
                <a:cxn ang="0">
                  <a:pos x="16" y="86"/>
                </a:cxn>
                <a:cxn ang="0">
                  <a:pos x="30" y="92"/>
                </a:cxn>
                <a:cxn ang="0">
                  <a:pos x="44" y="102"/>
                </a:cxn>
                <a:cxn ang="0">
                  <a:pos x="54" y="114"/>
                </a:cxn>
                <a:cxn ang="0">
                  <a:pos x="54" y="114"/>
                </a:cxn>
              </a:cxnLst>
              <a:rect l="0" t="0" r="r" b="b"/>
              <a:pathLst>
                <a:path w="126" h="114">
                  <a:moveTo>
                    <a:pt x="54" y="114"/>
                  </a:moveTo>
                  <a:lnTo>
                    <a:pt x="126" y="72"/>
                  </a:lnTo>
                  <a:lnTo>
                    <a:pt x="126" y="72"/>
                  </a:lnTo>
                  <a:lnTo>
                    <a:pt x="114" y="58"/>
                  </a:lnTo>
                  <a:lnTo>
                    <a:pt x="102" y="44"/>
                  </a:lnTo>
                  <a:lnTo>
                    <a:pt x="88" y="32"/>
                  </a:lnTo>
                  <a:lnTo>
                    <a:pt x="72" y="22"/>
                  </a:lnTo>
                  <a:lnTo>
                    <a:pt x="56" y="14"/>
                  </a:lnTo>
                  <a:lnTo>
                    <a:pt x="38" y="8"/>
                  </a:lnTo>
                  <a:lnTo>
                    <a:pt x="20" y="2"/>
                  </a:lnTo>
                  <a:lnTo>
                    <a:pt x="0" y="0"/>
                  </a:lnTo>
                  <a:lnTo>
                    <a:pt x="0" y="82"/>
                  </a:lnTo>
                  <a:lnTo>
                    <a:pt x="0" y="82"/>
                  </a:lnTo>
                  <a:lnTo>
                    <a:pt x="16" y="86"/>
                  </a:lnTo>
                  <a:lnTo>
                    <a:pt x="30" y="92"/>
                  </a:lnTo>
                  <a:lnTo>
                    <a:pt x="44" y="102"/>
                  </a:lnTo>
                  <a:lnTo>
                    <a:pt x="54" y="114"/>
                  </a:lnTo>
                  <a:lnTo>
                    <a:pt x="54" y="114"/>
                  </a:lnTo>
                  <a:close/>
                </a:path>
              </a:pathLst>
            </a:custGeom>
            <a:solidFill>
              <a:srgbClr val="0066CC"/>
            </a:solidFill>
            <a:ln w="9525">
              <a:noFill/>
              <a:round/>
              <a:headEnd/>
              <a:tailEnd/>
            </a:ln>
          </p:spPr>
          <p:txBody>
            <a:bodyPr/>
            <a:lstStyle/>
            <a:p>
              <a:endParaRPr lang="en-US" dirty="0"/>
            </a:p>
          </p:txBody>
        </p:sp>
      </p:grpSp>
      <p:sp>
        <p:nvSpPr>
          <p:cNvPr id="9" name="Slide Number Placeholder 8"/>
          <p:cNvSpPr>
            <a:spLocks noGrp="1"/>
          </p:cNvSpPr>
          <p:nvPr>
            <p:ph type="sldNum" sz="quarter" idx="12"/>
          </p:nvPr>
        </p:nvSpPr>
        <p:spPr/>
        <p:txBody>
          <a:bodyPr/>
          <a:lstStyle/>
          <a:p>
            <a:fld id="{F0065440-4C8F-497D-8DC5-47855554306F}" type="slidenum">
              <a:rPr lang="en-US" smtClean="0"/>
              <a:pPr/>
              <a:t>23</a:t>
            </a:fld>
            <a:endParaRPr lang="en-US" dirty="0"/>
          </a:p>
        </p:txBody>
      </p:sp>
    </p:spTree>
    <p:extLst>
      <p:ext uri="{BB962C8B-B14F-4D97-AF65-F5344CB8AC3E}">
        <p14:creationId xmlns:p14="http://schemas.microsoft.com/office/powerpoint/2010/main" val="2512749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3" presetClass="path" presetSubtype="0" accel="50000" decel="50000" fill="hold" nodeType="withEffect">
                                  <p:stCondLst>
                                    <p:cond delay="0"/>
                                  </p:stCondLst>
                                  <p:childTnLst>
                                    <p:animMotion origin="layout" path="M 1.00191 -0.00185 L -2.77778E-6 5.78035E-7 " pathEditMode="relative" rAng="0" ptsTypes="AA">
                                      <p:cBhvr>
                                        <p:cTn id="9" dur="1000" fill="hold"/>
                                        <p:tgtEl>
                                          <p:spTgt spid="2"/>
                                        </p:tgtEl>
                                        <p:attrNameLst>
                                          <p:attrName>ppt_x</p:attrName>
                                          <p:attrName>ppt_y</p:attrName>
                                        </p:attrNameLst>
                                      </p:cBhvr>
                                      <p:rCtr x="-50100" y="100"/>
                                    </p:animMotion>
                                  </p:childTnLst>
                                </p:cTn>
                              </p:par>
                              <p:par>
                                <p:cTn id="10" presetID="8" presetClass="emph" presetSubtype="0" fill="hold" nodeType="withEffect">
                                  <p:stCondLst>
                                    <p:cond delay="0"/>
                                  </p:stCondLst>
                                  <p:childTnLst>
                                    <p:animRot by="21600000">
                                      <p:cBhvr>
                                        <p:cTn id="11" dur="500" fill="hold"/>
                                        <p:tgtEl>
                                          <p:spTgt spid="3"/>
                                        </p:tgtEl>
                                        <p:attrNameLst>
                                          <p:attrName>r</p:attrName>
                                        </p:attrNameLst>
                                      </p:cBhvr>
                                    </p:animRot>
                                  </p:childTnLst>
                                </p:cTn>
                              </p:par>
                              <p:par>
                                <p:cTn id="12" presetID="8" presetClass="emph" presetSubtype="0" fill="hold" nodeType="withEffect">
                                  <p:stCondLst>
                                    <p:cond delay="0"/>
                                  </p:stCondLst>
                                  <p:childTnLst>
                                    <p:animRot by="21600000">
                                      <p:cBhvr>
                                        <p:cTn id="13" dur="500" fill="hold"/>
                                        <p:tgtEl>
                                          <p:spTgt spid="4"/>
                                        </p:tgtEl>
                                        <p:attrNameLst>
                                          <p:attrName>r</p:attrName>
                                        </p:attrNameLst>
                                      </p:cBhvr>
                                    </p:animRot>
                                  </p:childTnLst>
                                </p:cTn>
                              </p:par>
                              <p:par>
                                <p:cTn id="14" presetID="8" presetClass="emph" presetSubtype="0" fill="hold" nodeType="withEffect">
                                  <p:stCondLst>
                                    <p:cond delay="0"/>
                                  </p:stCondLst>
                                  <p:childTnLst>
                                    <p:animRot by="21600000">
                                      <p:cBhvr>
                                        <p:cTn id="15" dur="1000" fill="hold"/>
                                        <p:tgtEl>
                                          <p:spTgt spid="5"/>
                                        </p:tgtEl>
                                        <p:attrNameLst>
                                          <p:attrName>r</p:attrName>
                                        </p:attrNameLst>
                                      </p:cBhvr>
                                    </p:animRot>
                                  </p:childTnLst>
                                </p:cTn>
                              </p:par>
                              <p:par>
                                <p:cTn id="16" presetID="8" presetClass="emph" presetSubtype="0" fill="hold" nodeType="withEffect">
                                  <p:stCondLst>
                                    <p:cond delay="500"/>
                                  </p:stCondLst>
                                  <p:childTnLst>
                                    <p:animRot by="21600000">
                                      <p:cBhvr>
                                        <p:cTn id="17" dur="500" fill="hold"/>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m62-mechanical">
  <a:themeElements>
    <a:clrScheme name="m62-mechanical 15">
      <a:dk1>
        <a:srgbClr val="000000"/>
      </a:dk1>
      <a:lt1>
        <a:srgbClr val="FFFFFF"/>
      </a:lt1>
      <a:dk2>
        <a:srgbClr val="000000"/>
      </a:dk2>
      <a:lt2>
        <a:srgbClr val="808080"/>
      </a:lt2>
      <a:accent1>
        <a:srgbClr val="BBE0E3"/>
      </a:accent1>
      <a:accent2>
        <a:srgbClr val="024069"/>
      </a:accent2>
      <a:accent3>
        <a:srgbClr val="FFFFFF"/>
      </a:accent3>
      <a:accent4>
        <a:srgbClr val="000000"/>
      </a:accent4>
      <a:accent5>
        <a:srgbClr val="DAEDEF"/>
      </a:accent5>
      <a:accent6>
        <a:srgbClr val="02395E"/>
      </a:accent6>
      <a:hlink>
        <a:srgbClr val="03548A"/>
      </a:hlink>
      <a:folHlink>
        <a:srgbClr val="027ED1"/>
      </a:folHlink>
    </a:clrScheme>
    <a:fontScheme name="m62-mechanic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m62-mechanica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m62-mechanical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m62-mechanical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m62-mechanical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m62-mechanical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m62-mechanical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m62-mechanical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m62-mechanical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m62-mechanical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m62-mechanical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m62-mechanical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m62-mechanical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m62-mechanical 13">
        <a:dk1>
          <a:srgbClr val="000000"/>
        </a:dk1>
        <a:lt1>
          <a:srgbClr val="FFFFFF"/>
        </a:lt1>
        <a:dk2>
          <a:srgbClr val="000000"/>
        </a:dk2>
        <a:lt2>
          <a:srgbClr val="808080"/>
        </a:lt2>
        <a:accent1>
          <a:srgbClr val="BBE0E3"/>
        </a:accent1>
        <a:accent2>
          <a:srgbClr val="024069"/>
        </a:accent2>
        <a:accent3>
          <a:srgbClr val="FFFFFF"/>
        </a:accent3>
        <a:accent4>
          <a:srgbClr val="000000"/>
        </a:accent4>
        <a:accent5>
          <a:srgbClr val="DAEDEF"/>
        </a:accent5>
        <a:accent6>
          <a:srgbClr val="02395E"/>
        </a:accent6>
        <a:hlink>
          <a:srgbClr val="03548A"/>
        </a:hlink>
        <a:folHlink>
          <a:srgbClr val="99CC00"/>
        </a:folHlink>
      </a:clrScheme>
      <a:clrMap bg1="lt1" tx1="dk1" bg2="lt2" tx2="dk2" accent1="accent1" accent2="accent2" accent3="accent3" accent4="accent4" accent5="accent5" accent6="accent6" hlink="hlink" folHlink="folHlink"/>
    </a:extraClrScheme>
    <a:extraClrScheme>
      <a:clrScheme name="m62-mechanical 14">
        <a:dk1>
          <a:srgbClr val="000000"/>
        </a:dk1>
        <a:lt1>
          <a:srgbClr val="FFFFFF"/>
        </a:lt1>
        <a:dk2>
          <a:srgbClr val="000000"/>
        </a:dk2>
        <a:lt2>
          <a:srgbClr val="808080"/>
        </a:lt2>
        <a:accent1>
          <a:srgbClr val="027ED1"/>
        </a:accent1>
        <a:accent2>
          <a:srgbClr val="024069"/>
        </a:accent2>
        <a:accent3>
          <a:srgbClr val="FFFFFF"/>
        </a:accent3>
        <a:accent4>
          <a:srgbClr val="000000"/>
        </a:accent4>
        <a:accent5>
          <a:srgbClr val="AAC0E5"/>
        </a:accent5>
        <a:accent6>
          <a:srgbClr val="02395E"/>
        </a:accent6>
        <a:hlink>
          <a:srgbClr val="03548A"/>
        </a:hlink>
        <a:folHlink>
          <a:srgbClr val="0368AB"/>
        </a:folHlink>
      </a:clrScheme>
      <a:clrMap bg1="lt1" tx1="dk1" bg2="lt2" tx2="dk2" accent1="accent1" accent2="accent2" accent3="accent3" accent4="accent4" accent5="accent5" accent6="accent6" hlink="hlink" folHlink="folHlink"/>
    </a:extraClrScheme>
    <a:extraClrScheme>
      <a:clrScheme name="m62-mechanical 15">
        <a:dk1>
          <a:srgbClr val="000000"/>
        </a:dk1>
        <a:lt1>
          <a:srgbClr val="FFFFFF"/>
        </a:lt1>
        <a:dk2>
          <a:srgbClr val="000000"/>
        </a:dk2>
        <a:lt2>
          <a:srgbClr val="808080"/>
        </a:lt2>
        <a:accent1>
          <a:srgbClr val="BBE0E3"/>
        </a:accent1>
        <a:accent2>
          <a:srgbClr val="024069"/>
        </a:accent2>
        <a:accent3>
          <a:srgbClr val="FFFFFF"/>
        </a:accent3>
        <a:accent4>
          <a:srgbClr val="000000"/>
        </a:accent4>
        <a:accent5>
          <a:srgbClr val="DAEDEF"/>
        </a:accent5>
        <a:accent6>
          <a:srgbClr val="02395E"/>
        </a:accent6>
        <a:hlink>
          <a:srgbClr val="03548A"/>
        </a:hlink>
        <a:folHlink>
          <a:srgbClr val="027ED1"/>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It’s not the design of your template">
  <a:themeElements>
    <a:clrScheme name="1_It’s not the design of your template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135971"/>
      </a:hlink>
      <a:folHlink>
        <a:srgbClr val="99CC00"/>
      </a:folHlink>
    </a:clrScheme>
    <a:fontScheme name="1_It’s not the design of your template">
      <a:majorFont>
        <a:latin typeface="Neo Sans"/>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It’s not the design of your 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It’s not the design of your 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It’s not the design of your 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It’s not the design of your 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It’s not the design of your 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It’s not the design of your 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It’s not the design of your templ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It’s not the design of your 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It’s not the design of your 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It’s not the design of your 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It’s not the design of your 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It’s not the design of your 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1_It’s not the design of your template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135971"/>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m62-mechanical</Template>
  <TotalTime>1942</TotalTime>
  <Words>1549</Words>
  <Application>Microsoft Office PowerPoint</Application>
  <PresentationFormat>On-screen Show (4:3)</PresentationFormat>
  <Paragraphs>288</Paragraphs>
  <Slides>23</Slides>
  <Notes>3</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23</vt:i4>
      </vt:variant>
    </vt:vector>
  </HeadingPairs>
  <TitlesOfParts>
    <vt:vector size="33" baseType="lpstr">
      <vt:lpstr>Arial</vt:lpstr>
      <vt:lpstr>Calibri</vt:lpstr>
      <vt:lpstr>Consolas</vt:lpstr>
      <vt:lpstr>Neo Sans</vt:lpstr>
      <vt:lpstr>Times New Roman</vt:lpstr>
      <vt:lpstr>Wingdings</vt:lpstr>
      <vt:lpstr>Wingdings 2</vt:lpstr>
      <vt:lpstr>m62-mechanical</vt:lpstr>
      <vt:lpstr>1_It’s not the design of your template</vt:lpstr>
      <vt:lpstr>Microsoft Draw Drawing</vt:lpstr>
      <vt:lpstr> Object Oriented Programming CSE 2101  Lecture - 04 </vt:lpstr>
      <vt:lpstr>Outline</vt:lpstr>
      <vt:lpstr>The General Form of a Class</vt:lpstr>
      <vt:lpstr>Class and Object</vt:lpstr>
      <vt:lpstr>An Example of Object Oriented Programming </vt:lpstr>
      <vt:lpstr>An Example of Object Oriented Programming </vt:lpstr>
      <vt:lpstr>Java Terminology</vt:lpstr>
      <vt:lpstr>PowerPoint Presentation</vt:lpstr>
      <vt:lpstr>Object-Oriented Style</vt:lpstr>
      <vt:lpstr>A Simple Example</vt:lpstr>
      <vt:lpstr>Creating Objects</vt:lpstr>
      <vt:lpstr>A Closer Look at New</vt:lpstr>
      <vt:lpstr>References</vt:lpstr>
      <vt:lpstr>The null Reference</vt:lpstr>
      <vt:lpstr>Introducing Methods</vt:lpstr>
      <vt:lpstr>A Simple Example-Introducing Methods</vt:lpstr>
      <vt:lpstr>Returning a Value</vt:lpstr>
      <vt:lpstr>Constructors</vt:lpstr>
      <vt:lpstr>Example-Constructor</vt:lpstr>
      <vt:lpstr>The “this” Keyword</vt:lpstr>
      <vt:lpstr>Garbage Collection</vt:lpstr>
      <vt:lpstr>The finalize( ) Method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text to go here</dc:title>
  <dc:creator>Windows User</dc:creator>
  <cp:lastModifiedBy>user</cp:lastModifiedBy>
  <cp:revision>1053</cp:revision>
  <dcterms:created xsi:type="dcterms:W3CDTF">2015-05-03T19:01:06Z</dcterms:created>
  <dcterms:modified xsi:type="dcterms:W3CDTF">2024-11-04T07:43:46Z</dcterms:modified>
</cp:coreProperties>
</file>