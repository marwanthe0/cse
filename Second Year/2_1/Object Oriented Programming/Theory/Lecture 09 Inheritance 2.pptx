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24"/>
  </p:notesMasterIdLst>
  <p:sldIdLst>
    <p:sldId id="413" r:id="rId3"/>
    <p:sldId id="257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12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394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42" autoAdjust="0"/>
    <p:restoredTop sz="99821" autoAdjust="0"/>
  </p:normalViewPr>
  <p:slideViewPr>
    <p:cSldViewPr>
      <p:cViewPr varScale="1">
        <p:scale>
          <a:sx n="73" d="100"/>
          <a:sy n="73" d="100"/>
        </p:scale>
        <p:origin x="118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- </a:t>
            </a:r>
            <a:r>
              <a:rPr lang="en-US" sz="2800" b="1" dirty="0" smtClean="0">
                <a:solidFill>
                  <a:srgbClr val="024069"/>
                </a:solidFill>
              </a:rPr>
              <a:t>09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28638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Multiple Inheritance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Order of Constructor Call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Overloading vs. Overriding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Abstract Method and Abstract Class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Dynamic Method Dispatch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final to Prevent Overriding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final to Prevent Inheritance</a:t>
            </a:r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Multiple Inheritance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Char char="ü"/>
            </a:pPr>
            <a:r>
              <a:rPr lang="en-US" i="1" smtClean="0">
                <a:latin typeface="Times New Roman" pitchFamily="18" charset="0"/>
              </a:rPr>
              <a:t>Multiple inheritance </a:t>
            </a:r>
            <a:r>
              <a:rPr lang="en-US" smtClean="0">
                <a:latin typeface="Times New Roman" pitchFamily="18" charset="0"/>
              </a:rPr>
              <a:t>allows a class to be derived from two or more classes, inheriting the members of all parents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Collisions, such as the same variable name in two parents, have to be resolved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Java does not support multiple inheritance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Char char="ü"/>
            </a:pPr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8392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Multi-level Inheritance-Example</a:t>
            </a:r>
          </a:p>
        </p:txBody>
      </p:sp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609600" y="1676400"/>
            <a:ext cx="2819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228600" y="1371600"/>
            <a:ext cx="3124200" cy="45243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class book{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int pages;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book(int a)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pages=a;}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novel extends book{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String name;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novel(int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i,String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k){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super(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name=k;}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3505200" y="1295400"/>
            <a:ext cx="5410200" cy="53553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extends novel{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String writer;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mystry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(int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String j, String k){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super(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writer=k;	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void show()	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(writer);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(pages);}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test{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public static void main(String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[]) {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mystry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M=new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mystry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(1200,“abc",“xyz");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M.show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();}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6324600" y="5410200"/>
            <a:ext cx="2209800" cy="12715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Output:</a:t>
            </a:r>
          </a:p>
          <a:p>
            <a:r>
              <a:rPr lang="en-US" sz="1400" b="1"/>
              <a:t>abc</a:t>
            </a:r>
          </a:p>
          <a:p>
            <a:r>
              <a:rPr lang="en-US" sz="1400" b="1"/>
              <a:t>xyz</a:t>
            </a:r>
          </a:p>
          <a:p>
            <a:r>
              <a:rPr lang="en-US" sz="1400" b="1"/>
              <a:t>1200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8" grpId="0"/>
      <p:bldP spid="38923" grpId="0"/>
      <p:bldP spid="389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Order of Constructor Call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4114800" cy="4572000"/>
          </a:xfrm>
        </p:spPr>
        <p:txBody>
          <a:bodyPr>
            <a:normAutofit fontScale="5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A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A()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("Inside A");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B extends A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B()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                   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("Inside B");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270375" y="1600200"/>
            <a:ext cx="4645025" cy="4572000"/>
          </a:xfrm>
        </p:spPr>
        <p:txBody>
          <a:bodyPr>
            <a:normAutofit fontScale="5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C extends B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C()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 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("Inside C");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in_con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public static void main(String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   C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=new C();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Overriding Methods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990600"/>
            <a:ext cx="8458200" cy="5483225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When a child class defines a method with the same name and signature as a method in the parent class, we say that the child’s version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</a:rPr>
              <a:t>overrides</a:t>
            </a:r>
            <a:r>
              <a:rPr lang="en-US" sz="2400" dirty="0" smtClean="0">
                <a:latin typeface="Times New Roman" pitchFamily="18" charset="0"/>
              </a:rPr>
              <a:t> the parent’s version in favor of its own.</a:t>
            </a:r>
          </a:p>
          <a:p>
            <a:pPr lvl="1"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</a:rPr>
              <a:t>Signature: method’s name along with number, type, and order of its parameters</a:t>
            </a:r>
          </a:p>
          <a:p>
            <a:pPr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new method must have the same signature as the parent's method, but can have a different body</a:t>
            </a:r>
          </a:p>
          <a:p>
            <a:pPr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type of the object executing the method determines which version of the method is invoked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228600" y="838200"/>
            <a:ext cx="7543800" cy="580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class A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{        int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A(int a, int b)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{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=a;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j=b;}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void show()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and j: "+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+" "+j);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class B extends A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     int k;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B(int a, int b, int c)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{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    super(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    k=c;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void show()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super.show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("k: "+k);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4876800" y="2672239"/>
            <a:ext cx="42672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t_over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ct val="5000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static void main(String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B ob=new B(1,2,3);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ob.show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ct val="50000"/>
              </a:spcBef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A ob1=new A(12,23);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ob1.show();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/>
      <p:bldP spid="143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Overloading vs. Overriding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8229600" cy="5330825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Don't confuse the concepts of overloading and overriding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Overloading deals with multiple methods with the same name but with different signatures either in same class or different class.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Overriding deals with two methods, one in a parent class and one in a child class, that have the same signature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Overloading lets you define a similar operation in different ways for different data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Overriding lets you define a similar operation in different ways for different object types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52400" y="990600"/>
            <a:ext cx="76200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class A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{        int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A(int a, int b)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{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=a;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j=b;}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void show()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and j: "+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+" "+j);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class B extends A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        int k;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B(int a, int b, int c)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    super(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    k=c;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void show(String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msg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msg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+" "+k);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ct val="50000"/>
              </a:spcBef>
            </a:pP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4800600" y="2895600"/>
            <a:ext cx="4343400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class t_over1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{        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static void main(String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B ob=new B(1,2,3);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ob.show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ob.show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("k:");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194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Dynamic Method Dispatch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382000" cy="54070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 mechanism by which a call to an overridden method is resolved at run time.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Java implements runtime polymorphism through dynamic method dispatch.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When an overridden method is called through a superclass reference, java determines which version of that method to execute based upon the type of object being referred to at the time the call occurs.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Example-Dynamic Method Dispatch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28600" y="762000"/>
            <a:ext cx="8686800" cy="8000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class Book 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protected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int pages = 1200;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void message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(“Number of pages: ” + pages);   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Dictionary extends Book 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protected int definitions=52500;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public void message() 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(“Number of definitions” + definitions); 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Novel extends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Dicitonary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protected int price=525;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public void message() 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(“Price” +price); 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ct val="50000"/>
              </a:spcBef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Example-Dynamic Method Dispatch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381000" y="990600"/>
            <a:ext cx="84582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test {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public static void main(String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    Book B = new Book();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Dictionary D = new Dictionary();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Novel N = new Novel();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Book R;	 	      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R=B;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R.message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R = D;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R.message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R=N;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R.message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Why Need Overridden method?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allows the subclass to redefine a method according to it’s own need.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Support “One interface, multiple methods”.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Support runtime polymorphism.</a:t>
            </a:r>
          </a:p>
          <a:p>
            <a:pPr eaLnBrk="1" hangingPunct="1"/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59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052513"/>
            <a:ext cx="4191000" cy="50736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figure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double dim1, dim2;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figure(double a, double b)        {   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dim1=a;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dim2=b;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void area()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("Area Undefined");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endParaRPr lang="en-US" sz="32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460" name="Content Placeholder 5"/>
          <p:cNvSpPr>
            <a:spLocks noGrp="1"/>
          </p:cNvSpPr>
          <p:nvPr>
            <p:ph sz="quarter" idx="2"/>
          </p:nvPr>
        </p:nvSpPr>
        <p:spPr>
          <a:xfrm>
            <a:off x="4495800" y="914400"/>
            <a:ext cx="4343399" cy="5715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class rectangle extends figure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rectangle(double a, double b)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super(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 ;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void area()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(dim1*dim2);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class triangle extends figure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triangle(double a, double b)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    super(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);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	void area()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{                	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((dim1*dim2)/2);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dirty="0"/>
          </a:p>
        </p:txBody>
      </p:sp>
      <p:sp>
        <p:nvSpPr>
          <p:cNvPr id="20483" name="Content Placeholder 3"/>
          <p:cNvSpPr>
            <a:spLocks noGrp="1"/>
          </p:cNvSpPr>
          <p:nvPr>
            <p:ph sz="quarter" idx="2"/>
          </p:nvPr>
        </p:nvSpPr>
        <p:spPr>
          <a:xfrm>
            <a:off x="381000" y="1524000"/>
            <a:ext cx="83820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f_area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public static void main(String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[])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{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figure f=new figure(10, 10);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rectangle r=new rectangle(9, 5);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triangle t=new triangle(10,8);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	figure ft;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ft=f;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ft.area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ft=r;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ft.area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ft=t;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ft.area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800" b="1" dirty="0"/>
              <a:t>Abstract Method and Abstract Class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990600"/>
            <a:ext cx="8382000" cy="54832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Abstract method is used to ensure that the subclass must override a method.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An abstract method is specified by adding the 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</a:rPr>
              <a:t>abstract</a:t>
            </a:r>
            <a:r>
              <a:rPr lang="en-US" sz="2400" dirty="0" smtClean="0">
                <a:latin typeface="Times New Roman" pitchFamily="18" charset="0"/>
              </a:rPr>
              <a:t> modifier before the method name.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General form: 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</a:rPr>
              <a:t>abstract</a:t>
            </a:r>
            <a:r>
              <a:rPr lang="en-US" sz="2400" dirty="0" smtClean="0">
                <a:latin typeface="Times New Roman" pitchFamily="18" charset="0"/>
              </a:rPr>
              <a:t> type name (parameter-list);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Abstract constructor and abstract static methods are not allowed.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Any class containing one or more abstract methods must be also declared abstract.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</a:rPr>
              <a:t>abstract</a:t>
            </a:r>
            <a:r>
              <a:rPr lang="en-US" sz="2400" dirty="0" smtClean="0">
                <a:latin typeface="Times New Roman" pitchFamily="18" charset="0"/>
              </a:rPr>
              <a:t> keyword is added before the 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</a:rPr>
              <a:t>class</a:t>
            </a:r>
            <a:r>
              <a:rPr lang="en-US" sz="2400" dirty="0" smtClean="0">
                <a:latin typeface="Times New Roman" pitchFamily="18" charset="0"/>
              </a:rPr>
              <a:t> keyword.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Objects cannot be created for an abstract class.</a:t>
            </a:r>
          </a:p>
          <a:p>
            <a:pPr eaLnBrk="1" hangingPunct="1"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1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052513"/>
            <a:ext cx="3581400" cy="50736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abstract class figure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double dim1, dim2;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	figure(double a, double b)        {   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dim1=a;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	dim2=b;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abstract void area();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532" name="Content Placeholder 5"/>
          <p:cNvSpPr>
            <a:spLocks noGrp="1"/>
          </p:cNvSpPr>
          <p:nvPr>
            <p:ph sz="quarter" idx="2"/>
          </p:nvPr>
        </p:nvSpPr>
        <p:spPr>
          <a:xfrm>
            <a:off x="3733800" y="1066800"/>
            <a:ext cx="5105400" cy="5105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rectangle extends figure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rectangle(double a, double b)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super(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 ;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void area()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(dim1*dim2);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triangle extends figure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triangle(double a, double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super(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void area(){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((dim1*dim2)/2);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sz="16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dirty="0"/>
          </a:p>
        </p:txBody>
      </p:sp>
      <p:sp>
        <p:nvSpPr>
          <p:cNvPr id="23555" name="Content Placeholder 3"/>
          <p:cNvSpPr>
            <a:spLocks noGrp="1"/>
          </p:cNvSpPr>
          <p:nvPr>
            <p:ph sz="quarter" idx="2"/>
          </p:nvPr>
        </p:nvSpPr>
        <p:spPr>
          <a:xfrm>
            <a:off x="685800" y="1524000"/>
            <a:ext cx="78486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f_area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public static void main(String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[])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{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rectangle r=new rectangle(9, 5);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triangle t=new triangle(10,8);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figure ft;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         	ft=r;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ft.area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ft=t;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ft.area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Using final to Prevent Overriding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838200"/>
            <a:ext cx="8534400" cy="32766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 method can be disallowed from being overridden by specifying 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</a:rPr>
              <a:t>final</a:t>
            </a:r>
            <a:r>
              <a:rPr lang="en-US" sz="2400" dirty="0" smtClean="0">
                <a:latin typeface="Times New Roman" pitchFamily="18" charset="0"/>
              </a:rPr>
              <a:t> as modifier at the start of it’s declaration.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compiler is free to inline the calls to methods declared as 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</a:rPr>
              <a:t>final</a:t>
            </a:r>
            <a:r>
              <a:rPr lang="en-US" sz="2400" dirty="0" smtClean="0">
                <a:latin typeface="Times New Roman" pitchFamily="18" charset="0"/>
              </a:rPr>
              <a:t>. 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Since, final methods cannot be overridden, it’s call can be resolved at compile time. [ Early  binding]</a:t>
            </a:r>
          </a:p>
          <a:p>
            <a:pPr eaLnBrk="1" hangingPunct="1"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457200" y="3429000"/>
            <a:ext cx="8305800" cy="343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class Book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protected int pages=1200;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public final void message()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(“Number of pages: ” + pages);   }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class Dictionary extends Book {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protected int definitions=3500;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public void message() {                //ERROR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(“Number of definitions” + definitions);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(“Definitions per page: ” + (definitions/pages));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super.message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();   }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ct val="50000"/>
              </a:spcBef>
            </a:pP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Using final to Prevent Inheritance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Class definition should be preceded with the keyword </a:t>
            </a:r>
            <a:r>
              <a:rPr lang="en-US" smtClean="0">
                <a:solidFill>
                  <a:srgbClr val="3333FF"/>
                </a:solidFill>
                <a:latin typeface="Times New Roman" pitchFamily="18" charset="0"/>
              </a:rPr>
              <a:t>final.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it implicitly declares all of it’s methods as final.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2062</TotalTime>
  <Words>1503</Words>
  <Application>Microsoft Office PowerPoint</Application>
  <PresentationFormat>On-screen Show (4:3)</PresentationFormat>
  <Paragraphs>335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Neo Sans</vt:lpstr>
      <vt:lpstr>Times New Roman</vt:lpstr>
      <vt:lpstr>Wingdings</vt:lpstr>
      <vt:lpstr>m62-mechanical</vt:lpstr>
      <vt:lpstr>1_It’s not the design of your template</vt:lpstr>
      <vt:lpstr> Object Oriented Programming CSE 2101  Lecture - 09 </vt:lpstr>
      <vt:lpstr>Outline</vt:lpstr>
      <vt:lpstr>Multiple Inheritance</vt:lpstr>
      <vt:lpstr>Multi-level Inheritance-Example</vt:lpstr>
      <vt:lpstr>Order of Constructor Call</vt:lpstr>
      <vt:lpstr>Overriding Methods</vt:lpstr>
      <vt:lpstr>Example</vt:lpstr>
      <vt:lpstr>Overloading vs. Overriding</vt:lpstr>
      <vt:lpstr>Example</vt:lpstr>
      <vt:lpstr>Dynamic Method Dispatch</vt:lpstr>
      <vt:lpstr>Example-Dynamic Method Dispatch</vt:lpstr>
      <vt:lpstr>Example-Dynamic Method Dispatch</vt:lpstr>
      <vt:lpstr>Why Need Overridden method?</vt:lpstr>
      <vt:lpstr>Example</vt:lpstr>
      <vt:lpstr>Example</vt:lpstr>
      <vt:lpstr>Abstract Method and Abstract Class</vt:lpstr>
      <vt:lpstr>Example</vt:lpstr>
      <vt:lpstr>Example</vt:lpstr>
      <vt:lpstr>Using final to Prevent Overriding </vt:lpstr>
      <vt:lpstr>Using final to Prevent Inheritance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1106</cp:revision>
  <dcterms:created xsi:type="dcterms:W3CDTF">2015-05-03T19:01:06Z</dcterms:created>
  <dcterms:modified xsi:type="dcterms:W3CDTF">2024-11-26T04:45:02Z</dcterms:modified>
</cp:coreProperties>
</file>