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2" r:id="rId3"/>
    <p:sldId id="297" r:id="rId4"/>
    <p:sldId id="257" r:id="rId5"/>
    <p:sldId id="293" r:id="rId6"/>
    <p:sldId id="258" r:id="rId7"/>
    <p:sldId id="259" r:id="rId8"/>
    <p:sldId id="295" r:id="rId9"/>
    <p:sldId id="298" r:id="rId10"/>
    <p:sldId id="261" r:id="rId11"/>
    <p:sldId id="260" r:id="rId12"/>
    <p:sldId id="262" r:id="rId13"/>
    <p:sldId id="264" r:id="rId14"/>
    <p:sldId id="296" r:id="rId15"/>
    <p:sldId id="265" r:id="rId16"/>
    <p:sldId id="266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99091-19B2-9A46-6014-E9343174EB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294D4C-2255-58EF-2A5F-20118DCEB4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8E62C0-771C-C1A1-E700-C52E38ABE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C2687-71BE-4C16-915D-340CB9C83F9C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81D08-BE12-A4DE-1FB2-F09822809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6A84FF-A67C-429D-AD6A-72F18C64F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038B1-C8A6-43B9-A162-73DD5C5E11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0673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1199F-A648-583A-4489-38EFABEA0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9D0F63-CA40-7DC3-9306-AE91AD45C3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38EC3D-8E4C-797B-5933-6EFB902F32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C2687-71BE-4C16-915D-340CB9C83F9C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EFEB29-7F23-1261-1B33-EF7659237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56D6F4-312F-69A6-D269-FAC986500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038B1-C8A6-43B9-A162-73DD5C5E11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5250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57A7C-025D-B0F0-8329-85D3D0BC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C3D27E-2689-4B09-C01C-6229C6FD66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F7B519-B8D3-16C1-DA5E-5282621EE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C2687-71BE-4C16-915D-340CB9C83F9C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1AED04-3E6D-EB0F-78B7-F3723D739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C9D2BD-B476-AF92-A04F-2B07028AC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038B1-C8A6-43B9-A162-73DD5C5E11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437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78701-7F4F-45E1-CAC2-84F3DD19F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4E5BB4-4EE8-65F5-9AD4-CA7958ADEC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AA3C7D-A78A-A072-2BBE-CD46043B2A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A51F94-7BFD-BD18-FDEF-4EE656C80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C2687-71BE-4C16-915D-340CB9C83F9C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0098CC-4F34-D305-550D-EFC0D677C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A58D34-EF40-0956-5A41-11CE80F0C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038B1-C8A6-43B9-A162-73DD5C5E11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0277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7C14D-7316-2B81-024F-E7E3D9EF0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8D2D71-36A7-4EF2-5990-435FCC8CB5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599028-D0CC-ABDA-79CA-A156BA2E81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4E93F4-09A7-720C-E282-D85A8F5781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6712B6-6741-F1EE-E0D1-4358038B39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27DB91A-3C7C-3469-E8F0-6D8A39F83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C2687-71BE-4C16-915D-340CB9C83F9C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468FF5-B891-3041-4A3C-E6F218793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BBC2018-8CDB-C4C0-936A-1CF869E3D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038B1-C8A6-43B9-A162-73DD5C5E11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3198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7EBB8-2E8C-9DC4-846D-1FE914EF0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53109B-8A81-5298-EDCD-AC6C31515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C2687-71BE-4C16-915D-340CB9C83F9C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AE910B-6321-D086-FB64-28E6A9F70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23EC51-7E53-5B19-B861-C48CBFB60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038B1-C8A6-43B9-A162-73DD5C5E11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3822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FF318C6-CA8C-FDEF-01FF-560A01390E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C2687-71BE-4C16-915D-340CB9C83F9C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EE41FC-D4EF-448E-880C-71A37EFB7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72AEA5-0A69-7BB0-7D5A-4D9583844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038B1-C8A6-43B9-A162-73DD5C5E11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0997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ABF05-5900-B2CC-A758-F1F9A285C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487CA7-1AD2-622C-D6C5-9D82877D69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36032D-D8C7-54F2-DC45-416397A7D0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1BE67C-B9C4-96A3-F098-247B080BC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C2687-71BE-4C16-915D-340CB9C83F9C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CF4420-DA67-8D4E-91E4-D96FBE1D6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A825EE-1CFC-F286-E03D-FD717874C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038B1-C8A6-43B9-A162-73DD5C5E11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1713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0A774-F295-EC68-E086-59FAFAAAB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7C36C6A-1FB4-F99B-235E-4BBC865E0B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5750ED-9C06-2F1D-0DC7-44355A5F8D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2FDC11-979A-0588-A2AE-FB8962A98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C2687-71BE-4C16-915D-340CB9C83F9C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A61E2A-8C4E-EF9A-1845-9DF97F243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2E4081-351F-3BCF-D13F-75521CD59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038B1-C8A6-43B9-A162-73DD5C5E11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787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15583-01D8-7542-7D67-2B50560F8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54C03C-9322-0BB0-D6CF-86BACC2261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68B77F-1AC8-79D3-C7C5-66CCB7ED7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C2687-71BE-4C16-915D-340CB9C83F9C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5457E3-12C4-E4A2-CBDC-C59583C9E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0FCCA2-0FC4-C9E8-6FBC-DEDAEBCF9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038B1-C8A6-43B9-A162-73DD5C5E11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977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1DD990-B582-247B-B872-0EF802F9F5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06B1F1-F543-FA05-459C-4E878C4DB7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09F2D-2809-3E73-75C7-241EC4FB4C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C2687-71BE-4C16-915D-340CB9C83F9C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B69A95-FB6B-BFBA-B4B7-01585F978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72168-8F94-7A5B-2B2D-A2C2DF9C9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038B1-C8A6-43B9-A162-73DD5C5E11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4700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5C6AD4-7F2F-71DA-CE6A-4527945C1B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257DEF-EB0A-B2D9-4EB9-7499AC4798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9E8495-6C73-1441-6ABD-80D142C5D2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0C2687-71BE-4C16-915D-340CB9C83F9C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778151-E453-8A93-1D2F-087C06B543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1A7DAD-FAD9-A59C-542D-CFFE16F4DD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E038B1-C8A6-43B9-A162-73DD5C5E11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225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C09D2-68D6-C990-A717-1C98697C24A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Software Engineering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6BDCC7-2291-ED94-956D-7FF8778D800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Dr. Md. Nasim Adnan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41445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69837DE-9669-5240-7520-9C3BE9893F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7906" y="243341"/>
            <a:ext cx="8175171" cy="6371317"/>
          </a:xfr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21B65861-648F-E931-D5AF-DCD97141F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522" y="527357"/>
            <a:ext cx="2753384" cy="1325563"/>
          </a:xfrm>
        </p:spPr>
        <p:txBody>
          <a:bodyPr>
            <a:normAutofit/>
          </a:bodyPr>
          <a:lstStyle/>
          <a:p>
            <a:r>
              <a:rPr lang="en-GB" dirty="0"/>
              <a:t>Interaction Diagram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0141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8C99E-3EB5-A5F8-B571-AED4E2587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3006E9-7373-11C6-096C-A0875DFEF4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CD167A7D-BB9E-9CC1-F55D-E14D9F49327F}"/>
              </a:ext>
            </a:extLst>
          </p:cNvPr>
          <p:cNvSpPr/>
          <p:nvPr/>
        </p:nvSpPr>
        <p:spPr>
          <a:xfrm>
            <a:off x="2873829" y="1825625"/>
            <a:ext cx="5453742" cy="204968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98E8E7-958F-F75A-1CC0-D3D1D0721ACC}"/>
              </a:ext>
            </a:extLst>
          </p:cNvPr>
          <p:cNvSpPr txBox="1"/>
          <p:nvPr/>
        </p:nvSpPr>
        <p:spPr>
          <a:xfrm>
            <a:off x="4049486" y="2558081"/>
            <a:ext cx="28302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/>
              <a:t>Withdraw Cash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39714519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2AC98-0017-CCD0-0C78-DBDED0F27C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2122714" cy="1325563"/>
          </a:xfrm>
        </p:spPr>
        <p:txBody>
          <a:bodyPr/>
          <a:lstStyle/>
          <a:p>
            <a:r>
              <a:rPr lang="en-GB" dirty="0"/>
              <a:t>Activity Diagram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592A0A6-A817-E15B-BF68-454C947AE2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7114" y="0"/>
            <a:ext cx="8588829" cy="6781800"/>
          </a:xfrm>
        </p:spPr>
      </p:pic>
    </p:spTree>
    <p:extLst>
      <p:ext uri="{BB962C8B-B14F-4D97-AF65-F5344CB8AC3E}">
        <p14:creationId xmlns:p14="http://schemas.microsoft.com/office/powerpoint/2010/main" val="29441857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C0914-BAFE-3EAF-271A-48D75B29B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Principles of Modeling – 4th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9BE4BE-BAD4-66CA-CB1B-2C50B6725B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GB" dirty="0"/>
              <a:t>No single model is sufficient</a:t>
            </a:r>
          </a:p>
          <a:p>
            <a:pPr lvl="1" algn="just"/>
            <a:r>
              <a:rPr lang="en-GB" dirty="0"/>
              <a:t>Every nontrivial system is best approached through a small set of nearly independent models.</a:t>
            </a:r>
          </a:p>
          <a:p>
            <a:pPr lvl="1" algn="just"/>
            <a:r>
              <a:rPr lang="en-US" dirty="0"/>
              <a:t>You need to look at several models to fully understand something you are looking for.</a:t>
            </a:r>
          </a:p>
          <a:p>
            <a:pPr lvl="1" algn="just"/>
            <a:r>
              <a:rPr lang="en-US" dirty="0"/>
              <a:t>In this way, models complement each other.</a:t>
            </a:r>
          </a:p>
        </p:txBody>
      </p:sp>
    </p:spTree>
    <p:extLst>
      <p:ext uri="{BB962C8B-B14F-4D97-AF65-F5344CB8AC3E}">
        <p14:creationId xmlns:p14="http://schemas.microsoft.com/office/powerpoint/2010/main" val="23304149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FB8F6-F5F5-95F4-CB19-5BDB51F99B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2318657" cy="1325563"/>
          </a:xfrm>
        </p:spPr>
        <p:txBody>
          <a:bodyPr>
            <a:normAutofit fontScale="90000"/>
          </a:bodyPr>
          <a:lstStyle/>
          <a:p>
            <a:r>
              <a:rPr lang="en-GB" dirty="0"/>
              <a:t>Depicting Parallel Activities</a:t>
            </a:r>
            <a:endParaRPr lang="en-US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D0CC75FB-0530-08E4-322A-F296AF9A0D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5153" y="172583"/>
            <a:ext cx="4496961" cy="6512833"/>
          </a:xfrm>
        </p:spPr>
      </p:pic>
    </p:spTree>
    <p:extLst>
      <p:ext uri="{BB962C8B-B14F-4D97-AF65-F5344CB8AC3E}">
        <p14:creationId xmlns:p14="http://schemas.microsoft.com/office/powerpoint/2010/main" val="1259917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4364A-EE2D-0CAA-814E-A2E7C30694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2732314" cy="1325563"/>
          </a:xfrm>
        </p:spPr>
        <p:txBody>
          <a:bodyPr/>
          <a:lstStyle/>
          <a:p>
            <a:r>
              <a:rPr lang="en-GB" dirty="0" err="1"/>
              <a:t>Swimlanes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AAFAEF7-30E4-45F4-502B-05CFE6596A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9467" y="0"/>
            <a:ext cx="7316617" cy="6858000"/>
          </a:xfrm>
        </p:spPr>
      </p:pic>
    </p:spTree>
    <p:extLst>
      <p:ext uri="{BB962C8B-B14F-4D97-AF65-F5344CB8AC3E}">
        <p14:creationId xmlns:p14="http://schemas.microsoft.com/office/powerpoint/2010/main" val="22139001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AC29-9443-222E-0134-AF043160B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BEB988-D533-F6A9-E632-914D5E1040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D4FBB697-C38A-6551-9DCA-33D5CE61B5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318" y="1503476"/>
            <a:ext cx="11448596" cy="3689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6160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76CC2-C57E-AA61-0D52-36EBA5227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11DE24-C9C6-0EF4-B688-604C4579C4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FCF1218B-59AA-4910-286A-564FB5B4BC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1943" y="152400"/>
            <a:ext cx="7837714" cy="6340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95651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D4086-C965-3D1A-D46F-F6AA3CC694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514" y="822325"/>
            <a:ext cx="2808514" cy="1325563"/>
          </a:xfrm>
        </p:spPr>
        <p:txBody>
          <a:bodyPr>
            <a:normAutofit fontScale="90000"/>
          </a:bodyPr>
          <a:lstStyle/>
          <a:p>
            <a:r>
              <a:rPr lang="en-GB" dirty="0"/>
              <a:t>Activity Diagram for Career Guidance Portal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0B9C49B-B8AD-FD1C-08CE-52A0FDE256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5229" y="0"/>
            <a:ext cx="8763000" cy="6858000"/>
          </a:xfrm>
        </p:spPr>
      </p:pic>
    </p:spTree>
    <p:extLst>
      <p:ext uri="{BB962C8B-B14F-4D97-AF65-F5344CB8AC3E}">
        <p14:creationId xmlns:p14="http://schemas.microsoft.com/office/powerpoint/2010/main" val="23838841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9DD33-7848-7A9A-6E76-A16B0BED4F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3320143" cy="1325563"/>
          </a:xfrm>
        </p:spPr>
        <p:txBody>
          <a:bodyPr/>
          <a:lstStyle/>
          <a:p>
            <a:r>
              <a:rPr lang="en-GB" dirty="0"/>
              <a:t>Decomposing an Activity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1F41C42-0861-D726-113E-870EFEF2CD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8342" y="0"/>
            <a:ext cx="7641772" cy="6858000"/>
          </a:xfrm>
        </p:spPr>
      </p:pic>
    </p:spTree>
    <p:extLst>
      <p:ext uri="{BB962C8B-B14F-4D97-AF65-F5344CB8AC3E}">
        <p14:creationId xmlns:p14="http://schemas.microsoft.com/office/powerpoint/2010/main" val="25863576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AECD1-712E-9526-0CE7-A2B03AF81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to draw Activity Diagrams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795A31-0060-52AE-BAE2-2EC9D1670D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Step 1. Identify the Initial State and Final States</a:t>
            </a:r>
          </a:p>
          <a:p>
            <a:r>
              <a:rPr lang="en-GB" dirty="0"/>
              <a:t>Step 2. Identify the Intermediate Activities Needed</a:t>
            </a:r>
          </a:p>
          <a:p>
            <a:r>
              <a:rPr lang="en-GB" dirty="0"/>
              <a:t>Step 3. Identify the Conditions or Constraints</a:t>
            </a:r>
          </a:p>
          <a:p>
            <a:r>
              <a:rPr lang="en-GB" dirty="0"/>
              <a:t>Step 4. Draw the Diagram with Appropriate Notations</a:t>
            </a:r>
          </a:p>
          <a:p>
            <a:r>
              <a:rPr lang="en-GB" dirty="0"/>
              <a:t>Step 5: Review and Refine</a:t>
            </a:r>
          </a:p>
          <a:p>
            <a:r>
              <a:rPr lang="en-GB" dirty="0"/>
              <a:t>Step 6: Validate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09143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1C947-1DFA-1F8C-DE26-404B90D7D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State Diagram</a:t>
            </a:r>
            <a:endParaRPr lang="en-US" dirty="0"/>
          </a:p>
        </p:txBody>
      </p:sp>
      <p:pic>
        <p:nvPicPr>
          <p:cNvPr id="24" name="Content Placeholder 23">
            <a:extLst>
              <a:ext uri="{FF2B5EF4-FFF2-40B4-BE49-F238E27FC236}">
                <a16:creationId xmlns:a16="http://schemas.microsoft.com/office/drawing/2014/main" id="{A499D318-77BE-B7DF-6579-12C770B856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914" y="1452675"/>
            <a:ext cx="10297886" cy="4828381"/>
          </a:xfrm>
        </p:spPr>
      </p:pic>
    </p:spTree>
    <p:extLst>
      <p:ext uri="{BB962C8B-B14F-4D97-AF65-F5344CB8AC3E}">
        <p14:creationId xmlns:p14="http://schemas.microsoft.com/office/powerpoint/2010/main" val="37318563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2BBAB-5F18-632B-994A-B08C52077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EC065A-B585-35FE-3EF7-30345EDA95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Hotel Room???</a:t>
            </a:r>
          </a:p>
        </p:txBody>
      </p:sp>
    </p:spTree>
    <p:extLst>
      <p:ext uri="{BB962C8B-B14F-4D97-AF65-F5344CB8AC3E}">
        <p14:creationId xmlns:p14="http://schemas.microsoft.com/office/powerpoint/2010/main" val="33287719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3FB80-5437-D36F-ED14-600C79391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to draw State Diagrams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443500-4F39-02FC-9CBF-D90AE10D16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Step 1: Identify the System</a:t>
            </a:r>
          </a:p>
          <a:p>
            <a:r>
              <a:rPr lang="en-GB" dirty="0"/>
              <a:t>Step 2: Identify Initial and Final States</a:t>
            </a:r>
          </a:p>
          <a:p>
            <a:r>
              <a:rPr lang="en-GB" dirty="0"/>
              <a:t>Step 3: Identify Possible States</a:t>
            </a:r>
          </a:p>
          <a:p>
            <a:r>
              <a:rPr lang="en-GB" dirty="0"/>
              <a:t>Step 4: Label Triggering Events (if any)</a:t>
            </a:r>
          </a:p>
          <a:p>
            <a:r>
              <a:rPr lang="en-GB" dirty="0"/>
              <a:t>Step 5: Draw the Diagram with appropriate notations</a:t>
            </a:r>
          </a:p>
          <a:p>
            <a:r>
              <a:rPr lang="en-GB" dirty="0"/>
              <a:t>Step 6: Review and Refine</a:t>
            </a:r>
          </a:p>
          <a:p>
            <a:r>
              <a:rPr lang="en-GB"/>
              <a:t>Step 7: </a:t>
            </a:r>
            <a:r>
              <a:rPr lang="en-GB" dirty="0"/>
              <a:t>Validate</a:t>
            </a:r>
          </a:p>
        </p:txBody>
      </p:sp>
    </p:spTree>
    <p:extLst>
      <p:ext uri="{BB962C8B-B14F-4D97-AF65-F5344CB8AC3E}">
        <p14:creationId xmlns:p14="http://schemas.microsoft.com/office/powerpoint/2010/main" val="10418462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FE684E-9DB0-718D-483F-0FBE9AF95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6C4DD7-4D93-7E1D-0E7F-15735F58DB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1vq1V.png">
            <a:extLst>
              <a:ext uri="{FF2B5EF4-FFF2-40B4-BE49-F238E27FC236}">
                <a16:creationId xmlns:a16="http://schemas.microsoft.com/office/drawing/2014/main" id="{DE89C0D3-2CC2-8BE3-CE95-BE6488276961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715760" y="1394052"/>
            <a:ext cx="4586308" cy="4525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48088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411</TotalTime>
  <Words>186</Words>
  <Application>Microsoft Office PowerPoint</Application>
  <PresentationFormat>Widescreen</PresentationFormat>
  <Paragraphs>31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Office Theme</vt:lpstr>
      <vt:lpstr>Software Engineering</vt:lpstr>
      <vt:lpstr>Interaction Diagram</vt:lpstr>
      <vt:lpstr>PowerPoint Presentation</vt:lpstr>
      <vt:lpstr>Activity Diagram</vt:lpstr>
      <vt:lpstr>Principles of Modeling – 4th</vt:lpstr>
      <vt:lpstr>Depicting Parallel Activities</vt:lpstr>
      <vt:lpstr>Swimlanes</vt:lpstr>
      <vt:lpstr>PowerPoint Presentation</vt:lpstr>
      <vt:lpstr>PowerPoint Presentation</vt:lpstr>
      <vt:lpstr>Activity Diagram for Career Guidance Portal</vt:lpstr>
      <vt:lpstr>Decomposing an Activity</vt:lpstr>
      <vt:lpstr>How to draw Activity Diagrams</vt:lpstr>
      <vt:lpstr>State Diagram</vt:lpstr>
      <vt:lpstr>PowerPoint Presentation</vt:lpstr>
      <vt:lpstr>How to draw State Diagrams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Md. Nasim Adnan</dc:creator>
  <cp:lastModifiedBy>Md. Nasim Adnan</cp:lastModifiedBy>
  <cp:revision>27</cp:revision>
  <dcterms:created xsi:type="dcterms:W3CDTF">2025-05-12T08:04:08Z</dcterms:created>
  <dcterms:modified xsi:type="dcterms:W3CDTF">2025-11-22T05:20:38Z</dcterms:modified>
</cp:coreProperties>
</file>