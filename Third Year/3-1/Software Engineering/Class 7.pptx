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7285-66F3-FDEB-D1CC-961261C0C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533C9-95C6-7483-64D5-D79A84416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E1085-DBAF-AA2E-AB1E-3D7B6FD9F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A587C-8F10-D8B0-AE66-A3406FBD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71624-FDE6-7565-B079-45F2CFD5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4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CDA0-E660-9E63-F6D6-91EFEA1D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17B5F-E8A0-30E9-1650-8FF9FC996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04BA0-1A7C-C706-7264-F05AFA8C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20AB6-1094-6BE7-78B4-E153DDA0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E3053-BE24-6379-EFBF-EA2AAFF94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64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32FA-5189-530A-EE6E-B92919DB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D5A83-3B70-A5CA-4877-D61260563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6A153-CB9A-DA25-5713-24B98B9EC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FAB0A-3BA2-3B89-54C1-D0E84440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87F03-3253-3C3B-F24A-513DE576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0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CCFC-CD71-A4C5-6CDD-8FA97C63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B6A16-6610-5E27-AF29-FA57168B45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8ACF5-8C05-DDB1-6B2A-972D3FA1F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93E6D-E5D8-0AFD-5D33-A5528447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599FC-8973-957C-502D-C5BD48072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74015-1861-9D9F-0884-F6690F73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8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8F365-FCD9-53FA-0513-08AB15A7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8B05E-3A74-A5D3-F7FF-7318B828E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F38E9-8B25-11BA-7040-DD4F36C74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550A0-48D1-12B2-6F5B-18F571B23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B81895-86F1-4382-9BF3-BE4509BBB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688B55-B396-DAA1-985F-8BA772FB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0580C9-0CB6-DDA4-5027-723CFD87C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F95D3-6030-52FD-1C59-743E3041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8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E990-CF82-0065-E0C9-377F7EBF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EA244-919F-2D42-C417-A2EE914D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A1381-0F39-D408-AD44-69BD09CC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3111A-A457-054A-AECB-E8470783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7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98604E-2457-47E7-5D5D-B64F8D0C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FFF57D-FBDA-2AC0-054D-BFB1BD39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1B098-59C3-27D4-D2F0-DFCF46B8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FE1A-491C-0090-1F18-A71D1ABB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DF357-0A44-AD41-7EC1-5B8331BFB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F48C1-A820-E340-6EFC-63107132A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9E184-EEC3-B199-736F-9826B94E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7BF29-939E-B2E9-AA97-EB8D0CB60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0483F-BA45-8C83-A879-93EA6973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4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E2556-5A14-BC46-BB78-5A9D2A27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D2CECF-8748-9B04-7AAE-C60CF5E1D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419E-7DF5-8259-AD27-28BC5E9AD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5634A-B039-2187-9FBC-B0770B708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BF75A-539F-B499-4A8B-BEAA1CA6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42CA4-BE29-035A-71B3-17F0584E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52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15AA2-458C-4D3E-7831-288257A9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A9904-CC63-9B92-0260-5AD58E8A3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9056D-DD69-50B5-5292-857A0D35A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B4B80-FA7A-D3AC-8443-F9EA8FB8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1875D-B7D2-E395-F1EA-4712908EB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0C3083-BEF8-DB81-6205-DAF789D26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51611-915A-DE08-02A3-AEB59BD76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7584E-B0D3-F785-90FA-DCBFF2274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62722-4AFF-346F-C212-D6D97E96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C7112-A1C3-AFB5-45B8-48668757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0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4D05B-7D1A-75DE-6D8B-9B1704E54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CB0E3-8BE5-0D35-BD8F-E60F7CBF1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1EC4C-B4EE-4A1E-CBBB-6081ED8AF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0A680-04D2-49F7-8E59-C44F284D62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2D138-8D7E-46F1-C6E5-96EAB7978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60501-AE3F-1F59-4B9E-AE4B75CCB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3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012A-8FCC-2BED-E817-43B1A03B2E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8242C-7793-2EE3-1AC7-AE00ABB75D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Md. Nasim Adnan</a:t>
            </a:r>
          </a:p>
        </p:txBody>
      </p:sp>
    </p:spTree>
    <p:extLst>
      <p:ext uri="{BB962C8B-B14F-4D97-AF65-F5344CB8AC3E}">
        <p14:creationId xmlns:p14="http://schemas.microsoft.com/office/powerpoint/2010/main" val="187391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0D4A-E379-7B60-1C70-9446D552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Modeling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8FF877-5236-D469-5C2A-DDCA529E5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181" y="1690688"/>
            <a:ext cx="6017342" cy="4667250"/>
          </a:xfrm>
        </p:spPr>
      </p:pic>
    </p:spTree>
    <p:extLst>
      <p:ext uri="{BB962C8B-B14F-4D97-AF65-F5344CB8AC3E}">
        <p14:creationId xmlns:p14="http://schemas.microsoft.com/office/powerpoint/2010/main" val="1939955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F6BEC-D399-7ACD-4FAF-5CD1E3335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D0449F-FF10-F0F7-6312-A46B13336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029" y="1397922"/>
            <a:ext cx="8655942" cy="4825898"/>
          </a:xfrm>
        </p:spPr>
      </p:pic>
    </p:spTree>
    <p:extLst>
      <p:ext uri="{BB962C8B-B14F-4D97-AF65-F5344CB8AC3E}">
        <p14:creationId xmlns:p14="http://schemas.microsoft.com/office/powerpoint/2010/main" val="3812121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8345-0BD8-2541-89B0-E84E1053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DC3E7C-D746-1A52-A634-56452D05F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03632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E1F50F-D111-84A4-4148-6955C8A76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878" y="1270001"/>
            <a:ext cx="47720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0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FAD37-9B6B-4076-AEE1-37E5ACDBE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D6CEE2-560E-D1A2-7979-814EA8FFD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504" y="1604962"/>
            <a:ext cx="9159825" cy="4264896"/>
          </a:xfrm>
        </p:spPr>
      </p:pic>
    </p:spTree>
    <p:extLst>
      <p:ext uri="{BB962C8B-B14F-4D97-AF65-F5344CB8AC3E}">
        <p14:creationId xmlns:p14="http://schemas.microsoft.com/office/powerpoint/2010/main" val="217236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6253E-B720-66B1-FADD-56F8E5C0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Architectural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52831-5AC4-5E83-632A-64436A3AD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MVC, or Model-View-Controller, is a software Architectural Framework that organizes code into three interconnected components:</a:t>
            </a:r>
          </a:p>
          <a:p>
            <a:pPr lvl="1" algn="just"/>
            <a:r>
              <a:rPr lang="en-US" b="1" dirty="0"/>
              <a:t>Model</a:t>
            </a:r>
            <a:r>
              <a:rPr lang="en-US" dirty="0"/>
              <a:t>: Represents the data and business logic. It handles data retrieval, storage, and manipulation, ensuring that the application functions correctly.</a:t>
            </a:r>
          </a:p>
          <a:p>
            <a:pPr lvl="1" algn="just"/>
            <a:r>
              <a:rPr lang="en-US" b="1" dirty="0"/>
              <a:t>View</a:t>
            </a:r>
            <a:r>
              <a:rPr lang="en-US" dirty="0"/>
              <a:t>: The user interface or presentation layer. It displays data from the model and sends user inputs to the controller.</a:t>
            </a:r>
          </a:p>
          <a:p>
            <a:pPr lvl="1" algn="just"/>
            <a:r>
              <a:rPr lang="en-US" b="1" dirty="0"/>
              <a:t>Controller</a:t>
            </a:r>
            <a:r>
              <a:rPr lang="en-US" dirty="0"/>
              <a:t>: Acts as an intermediary between the model and the view. It processes user input, updates the model, and determines which view to display.</a:t>
            </a:r>
          </a:p>
        </p:txBody>
      </p:sp>
    </p:spTree>
    <p:extLst>
      <p:ext uri="{BB962C8B-B14F-4D97-AF65-F5344CB8AC3E}">
        <p14:creationId xmlns:p14="http://schemas.microsoft.com/office/powerpoint/2010/main" val="2024745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1F49C-F526-F8C2-6F94-63E50A09A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28B95D-AB88-7FEC-C967-13143CA58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9" y="1027905"/>
            <a:ext cx="8849033" cy="5240159"/>
          </a:xfrm>
        </p:spPr>
      </p:pic>
    </p:spTree>
    <p:extLst>
      <p:ext uri="{BB962C8B-B14F-4D97-AF65-F5344CB8AC3E}">
        <p14:creationId xmlns:p14="http://schemas.microsoft.com/office/powerpoint/2010/main" val="161229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Architectural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Gives you implementation-specific skeleton</a:t>
            </a:r>
          </a:p>
          <a:p>
            <a:pPr algn="just"/>
            <a:r>
              <a:rPr lang="en-US" dirty="0"/>
              <a:t>Consists of reusable design patterns in a defined architecture</a:t>
            </a:r>
          </a:p>
          <a:p>
            <a:pPr algn="just"/>
            <a:r>
              <a:rPr lang="en-US" dirty="0"/>
              <a:t>Architectural Framework improves </a:t>
            </a:r>
            <a:r>
              <a:rPr lang="en-US" b="1" dirty="0"/>
              <a:t>code organization, scalability, and maintainability</a:t>
            </a:r>
            <a:r>
              <a:rPr lang="en-US" dirty="0"/>
              <a:t> by separating concerns, making development more efficient.</a:t>
            </a:r>
          </a:p>
          <a:p>
            <a:pPr algn="just"/>
            <a:r>
              <a:rPr lang="en-US" dirty="0"/>
              <a:t>Example: Laravel, Ruby on Rails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72392-584C-BAEB-FA0B-1CAD0917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1FA44-9460-AE36-C94C-EF3A1CD67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vq1V.png">
            <a:extLst>
              <a:ext uri="{FF2B5EF4-FFF2-40B4-BE49-F238E27FC236}">
                <a16:creationId xmlns:a16="http://schemas.microsoft.com/office/drawing/2014/main" id="{91980DEF-D554-F6AF-6A7B-DBCEBD94CB9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15760" y="1394052"/>
            <a:ext cx="4586308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68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154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Software Engineering</vt:lpstr>
      <vt:lpstr>Architectural Modeling</vt:lpstr>
      <vt:lpstr>PowerPoint Presentation</vt:lpstr>
      <vt:lpstr>PowerPoint Presentation</vt:lpstr>
      <vt:lpstr>Partitioning</vt:lpstr>
      <vt:lpstr>Generic Architectural Framework</vt:lpstr>
      <vt:lpstr>PowerPoint Presentation</vt:lpstr>
      <vt:lpstr>Specific Architectural Framework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Nasim Adnan</dc:creator>
  <cp:lastModifiedBy>Md. Nasim Adnan</cp:lastModifiedBy>
  <cp:revision>9</cp:revision>
  <dcterms:created xsi:type="dcterms:W3CDTF">2025-05-23T11:40:43Z</dcterms:created>
  <dcterms:modified xsi:type="dcterms:W3CDTF">2025-11-28T16:34:21Z</dcterms:modified>
</cp:coreProperties>
</file>