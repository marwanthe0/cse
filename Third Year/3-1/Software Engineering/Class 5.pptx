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9D9D-A69F-2C5A-BF6C-FDACD1A7D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09F36-9C2B-5C09-B73D-3F87F44F6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2F160-FABE-889B-80E7-4CFD9C1D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B0563-0432-6C71-857D-8462BCA1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29BA-14FE-E77E-4242-F783A4B6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9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71A4-EDBD-DAAE-FD85-D70311A7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600-C5C0-95B4-93A5-4517B8D3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8DC7-23BC-FF5E-7443-D5CBAF6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113F4-5F76-8B3E-7B16-8AB10D38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0F786-944A-6569-991E-CE8E3FF5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0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780C-5AB6-A97E-9B8D-73F37120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39C2A-32DB-EC02-7415-BBA3F592D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05C3A-0974-42C9-C4F2-602EEBC0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B7EE1-8FC1-BC96-DA67-66184B61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7CDA6-D0AC-37BD-A0A5-0D639B17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7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3323-6AFB-5D76-FEDD-663FDAF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8E0C2-EABB-7A9E-4DDC-4B7A11AC4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F9ADC-F93E-69B7-1FDD-B7B5ADE2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5BAA6-D9B3-1FD4-EE29-6005186F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CFCE-3034-C9DD-64CD-45B762DD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515E2-326D-3313-F7B4-876C6B00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0AF7-E783-0121-BB37-8DE80BCA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3BCC-6B56-CD7B-7289-AE1D0051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0503E-0849-56E7-A34A-76A46682E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29CFC-8A4E-AC50-A5EC-679F135AA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AFC75-DAEC-978F-3E91-48073C6EE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1EC53-8F1B-FD7A-0971-9DC6CBB8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2551A-D5BA-817F-463C-A7148245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FFD4F-BAFF-C52A-6E8D-84FB91DB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0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B131-13CB-D157-C925-49C0E765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FE937-C0F8-CEB6-3E9C-B5AB61D0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162CA-97D1-0BA9-7902-03BAF7C7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8E652-09EB-A571-630E-0AB8184C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3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AA712-B3E8-4B04-D300-62BAA078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B9D16-A800-83FC-8111-7C237B98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6E29C-44CC-4680-D8C6-757DFF48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1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5CA9-8B3B-93B1-89DC-5F9F6848A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A465-4645-E336-7842-F5475E87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25BEB-2BB4-23B9-61C9-FE4DF9619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D7A6A-7425-66E1-E099-5C78E7C6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0F000-4896-AB50-D264-A1CF53DC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2328-6A5E-0B2F-C1F7-6006EB41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7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62BC-DD91-57CA-5C72-077E2748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07896-47F6-0720-6EF0-71B30CA29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9580F-49D8-7591-E2D1-645020729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BB895-6411-181C-3240-3287FB2A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B9AB0-B0A2-FD02-3637-3864EF38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7AB81-3B47-F64E-32A7-21D8E4C2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5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4DEA-AB51-BE0F-C696-E90D277A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D4513-08EA-FF82-F1D2-D04C251B3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0839-402D-81DC-638A-34FD9DC5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2C018-E810-2256-50A7-0889441C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02E8-91DB-9F24-E25E-E9C2F084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CFD6C-D99A-5DC6-A5FF-D4285332D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5FE3E-4A43-BEF5-6863-FEEC095A3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C0F52-E908-69AC-7ACD-97C2653B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ABDF-EDCE-3F2E-13BB-B223ACA2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24C04-D45F-3DC3-A980-C730A84C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5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6C212-E3E6-20C8-487F-4305E827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B45B-96CE-B729-C7E6-D2BD6924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A74F4-7945-C2AB-B85E-3B09DA083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442C4-43A8-4EC5-A209-A9572168F4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2068D-D0D6-7D9A-E176-9073F8FE0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D28B-C6EB-305E-8EB7-39B1ED987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2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2FF6-93B8-AEC2-F1B0-A6D97822A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3E6E-FB11-169B-1C7B-4383397C9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Dr.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FD94-9E83-D17B-A705-AD6640AC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351E6-8032-4154-E9EA-D7F10EE2B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31711"/>
            <a:ext cx="10929257" cy="4847318"/>
          </a:xfrm>
        </p:spPr>
      </p:pic>
    </p:spTree>
    <p:extLst>
      <p:ext uri="{BB962C8B-B14F-4D97-AF65-F5344CB8AC3E}">
        <p14:creationId xmlns:p14="http://schemas.microsoft.com/office/powerpoint/2010/main" val="321160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AD4-DF0B-98B6-D6B3-33F866A7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B2080-592D-43A4-D6F3-8EC3EEFEB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8" y="668854"/>
            <a:ext cx="11083985" cy="5500592"/>
          </a:xfrm>
        </p:spPr>
      </p:pic>
    </p:spTree>
    <p:extLst>
      <p:ext uri="{BB962C8B-B14F-4D97-AF65-F5344CB8AC3E}">
        <p14:creationId xmlns:p14="http://schemas.microsoft.com/office/powerpoint/2010/main" val="414223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98BA-264E-51C1-8477-D8E8C6F7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05127-4F4E-1C1C-3207-830C9F544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42" y="365124"/>
            <a:ext cx="11303306" cy="5881439"/>
          </a:xfrm>
        </p:spPr>
      </p:pic>
    </p:spTree>
    <p:extLst>
      <p:ext uri="{BB962C8B-B14F-4D97-AF65-F5344CB8AC3E}">
        <p14:creationId xmlns:p14="http://schemas.microsoft.com/office/powerpoint/2010/main" val="313033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1BF1-6350-3370-4866-65FB329B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D5650-308B-115D-E454-CDC8D00A3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4" y="365125"/>
            <a:ext cx="10769906" cy="5991608"/>
          </a:xfrm>
        </p:spPr>
      </p:pic>
    </p:spTree>
    <p:extLst>
      <p:ext uri="{BB962C8B-B14F-4D97-AF65-F5344CB8AC3E}">
        <p14:creationId xmlns:p14="http://schemas.microsoft.com/office/powerpoint/2010/main" val="396584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C3B4-5574-1807-7F61-09D6FBFA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F6AE5-1ECD-9246-B323-766DFEC06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227" y="88135"/>
            <a:ext cx="9496539" cy="6599104"/>
          </a:xfrm>
        </p:spPr>
      </p:pic>
    </p:spTree>
    <p:extLst>
      <p:ext uri="{BB962C8B-B14F-4D97-AF65-F5344CB8AC3E}">
        <p14:creationId xmlns:p14="http://schemas.microsoft.com/office/powerpoint/2010/main" val="283861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3D89-DC24-CCF1-6D12-F088F0D9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924B7-9B3A-2716-005F-8D35D0CA0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117" y="77118"/>
            <a:ext cx="6841474" cy="6599104"/>
          </a:xfrm>
        </p:spPr>
      </p:pic>
    </p:spTree>
    <p:extLst>
      <p:ext uri="{BB962C8B-B14F-4D97-AF65-F5344CB8AC3E}">
        <p14:creationId xmlns:p14="http://schemas.microsoft.com/office/powerpoint/2010/main" val="3857092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318E-F655-A14F-2E10-E6E99B6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Asynchronous </a:t>
            </a:r>
            <a:r>
              <a:rPr lang="en-GB" dirty="0" err="1"/>
              <a:t>Messeges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18124-590B-3829-75E2-F7A01FBF7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605" y="1440034"/>
            <a:ext cx="8529519" cy="5137035"/>
          </a:xfrm>
        </p:spPr>
      </p:pic>
    </p:spTree>
    <p:extLst>
      <p:ext uri="{BB962C8B-B14F-4D97-AF65-F5344CB8AC3E}">
        <p14:creationId xmlns:p14="http://schemas.microsoft.com/office/powerpoint/2010/main" val="165424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18C1-8E5D-0A54-65EA-BB46FF1E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New Objects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711F6-BBC9-7CC6-1BD2-F08C17918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99" y="1384949"/>
            <a:ext cx="6599103" cy="5379407"/>
          </a:xfrm>
        </p:spPr>
      </p:pic>
    </p:spTree>
    <p:extLst>
      <p:ext uri="{BB962C8B-B14F-4D97-AF65-F5344CB8AC3E}">
        <p14:creationId xmlns:p14="http://schemas.microsoft.com/office/powerpoint/2010/main" val="1182560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CBB9-29BA-2649-BA88-978DDC31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858"/>
            <a:ext cx="2569029" cy="1325563"/>
          </a:xfrm>
        </p:spPr>
        <p:txBody>
          <a:bodyPr/>
          <a:lstStyle/>
          <a:p>
            <a:r>
              <a:rPr lang="en-GB" dirty="0"/>
              <a:t>Condition and Loop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593D6-3992-704A-15B7-5B241FC52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319541"/>
            <a:ext cx="9797142" cy="6218918"/>
          </a:xfrm>
        </p:spPr>
      </p:pic>
    </p:spTree>
    <p:extLst>
      <p:ext uri="{BB962C8B-B14F-4D97-AF65-F5344CB8AC3E}">
        <p14:creationId xmlns:p14="http://schemas.microsoft.com/office/powerpoint/2010/main" val="401046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1DA5-697E-27C8-A6CD-958D24F4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FB1FF1-E154-27F9-5DFD-982E733E3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914" y="365125"/>
            <a:ext cx="7075715" cy="6127750"/>
          </a:xfrm>
        </p:spPr>
      </p:pic>
    </p:spTree>
    <p:extLst>
      <p:ext uri="{BB962C8B-B14F-4D97-AF65-F5344CB8AC3E}">
        <p14:creationId xmlns:p14="http://schemas.microsoft.com/office/powerpoint/2010/main" val="125682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958D-267A-8A0A-1BB5-3B0A5B1B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180068"/>
            <a:ext cx="2732314" cy="1325563"/>
          </a:xfrm>
        </p:spPr>
        <p:txBody>
          <a:bodyPr/>
          <a:lstStyle/>
          <a:p>
            <a:r>
              <a:rPr lang="en-GB" dirty="0"/>
              <a:t>If-then Statement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69E999-2C35-BF82-A45E-24E273E3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84" y="180068"/>
            <a:ext cx="8449459" cy="6416675"/>
          </a:xfrm>
        </p:spPr>
      </p:pic>
    </p:spTree>
    <p:extLst>
      <p:ext uri="{BB962C8B-B14F-4D97-AF65-F5344CB8AC3E}">
        <p14:creationId xmlns:p14="http://schemas.microsoft.com/office/powerpoint/2010/main" val="1268484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8421-53A9-EC3C-311C-491351EF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A5271-C51A-9F1C-6218-FB50D41B7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30" y="0"/>
            <a:ext cx="7663542" cy="6643461"/>
          </a:xfrm>
        </p:spPr>
      </p:pic>
    </p:spTree>
    <p:extLst>
      <p:ext uri="{BB962C8B-B14F-4D97-AF65-F5344CB8AC3E}">
        <p14:creationId xmlns:p14="http://schemas.microsoft.com/office/powerpoint/2010/main" val="336563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A9CA-F3EC-6358-C39E-6E7A54D4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C504D-CDF4-BC7B-9D4B-8AE6BD6AC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739" y="141513"/>
            <a:ext cx="8574090" cy="6542315"/>
          </a:xfrm>
        </p:spPr>
      </p:pic>
    </p:spTree>
    <p:extLst>
      <p:ext uri="{BB962C8B-B14F-4D97-AF65-F5344CB8AC3E}">
        <p14:creationId xmlns:p14="http://schemas.microsoft.com/office/powerpoint/2010/main" val="350963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3C51-BF61-7E87-8433-FD4051DE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2C619-A9E2-9A08-A6C8-E5EA6F461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38" y="99786"/>
            <a:ext cx="8073276" cy="6682014"/>
          </a:xfrm>
        </p:spPr>
      </p:pic>
    </p:spTree>
    <p:extLst>
      <p:ext uri="{BB962C8B-B14F-4D97-AF65-F5344CB8AC3E}">
        <p14:creationId xmlns:p14="http://schemas.microsoft.com/office/powerpoint/2010/main" val="134853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2EB9-BA4F-3026-2546-06D43B2A8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3B51A-D222-6C86-4139-BF2DC4B30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6" y="310695"/>
            <a:ext cx="7053943" cy="6182179"/>
          </a:xfrm>
        </p:spPr>
      </p:pic>
    </p:spTree>
    <p:extLst>
      <p:ext uri="{BB962C8B-B14F-4D97-AF65-F5344CB8AC3E}">
        <p14:creationId xmlns:p14="http://schemas.microsoft.com/office/powerpoint/2010/main" val="267902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F539-F9B3-7E9E-A679-A3CA4A5C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837DE-9669-5240-7520-9C3BE9893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29" y="247196"/>
            <a:ext cx="8175171" cy="6371317"/>
          </a:xfrm>
        </p:spPr>
      </p:pic>
    </p:spTree>
    <p:extLst>
      <p:ext uri="{BB962C8B-B14F-4D97-AF65-F5344CB8AC3E}">
        <p14:creationId xmlns:p14="http://schemas.microsoft.com/office/powerpoint/2010/main" val="206014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DC25-03E1-9E04-3AC7-311E131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1D52D-535C-A664-933C-DF9AC650D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1690688"/>
            <a:ext cx="11462658" cy="4372655"/>
          </a:xfrm>
        </p:spPr>
      </p:pic>
    </p:spTree>
    <p:extLst>
      <p:ext uri="{BB962C8B-B14F-4D97-AF65-F5344CB8AC3E}">
        <p14:creationId xmlns:p14="http://schemas.microsoft.com/office/powerpoint/2010/main" val="3855268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2AB0-F9A7-CDD5-9E27-515D5861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091B3-1A61-A68A-4180-4CBCE3ED1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9" y="365125"/>
            <a:ext cx="10613571" cy="6231618"/>
          </a:xfrm>
        </p:spPr>
      </p:pic>
    </p:spTree>
    <p:extLst>
      <p:ext uri="{BB962C8B-B14F-4D97-AF65-F5344CB8AC3E}">
        <p14:creationId xmlns:p14="http://schemas.microsoft.com/office/powerpoint/2010/main" val="3194130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0B01-66C6-D066-564D-084600A4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Interaction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1289B-0515-7BF5-4FAC-B2445E50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Identify Interactions</a:t>
            </a:r>
          </a:p>
          <a:p>
            <a:r>
              <a:rPr lang="en-US" dirty="0"/>
              <a:t>Step 2: Create Lifelines</a:t>
            </a:r>
          </a:p>
          <a:p>
            <a:r>
              <a:rPr lang="en-US" dirty="0"/>
              <a:t>Step 3: Add Messages</a:t>
            </a:r>
          </a:p>
          <a:p>
            <a:r>
              <a:rPr lang="en-GB" dirty="0"/>
              <a:t>Step 4: Review and Refine</a:t>
            </a:r>
          </a:p>
          <a:p>
            <a:r>
              <a:rPr lang="en-GB" dirty="0"/>
              <a:t>Step 5: Validate</a:t>
            </a:r>
          </a:p>
        </p:txBody>
      </p:sp>
    </p:spTree>
    <p:extLst>
      <p:ext uri="{BB962C8B-B14F-4D97-AF65-F5344CB8AC3E}">
        <p14:creationId xmlns:p14="http://schemas.microsoft.com/office/powerpoint/2010/main" val="98111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637C-979A-2FAC-9F20-129FB2EA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84CF-AA2A-CDB3-04C9-10FB8C548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64E15331-EB4B-4901-E016-BF745A7A43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0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55</Words>
  <Application>Microsoft Office PowerPoint</Application>
  <PresentationFormat>Widescreen</PresentationFormat>
  <Paragraphs>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Software Engineering</vt:lpstr>
      <vt:lpstr>Interaction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Asynchronous Messeges</vt:lpstr>
      <vt:lpstr>Creating New Objects</vt:lpstr>
      <vt:lpstr>Condition and Loop</vt:lpstr>
      <vt:lpstr>PowerPoint Presentation</vt:lpstr>
      <vt:lpstr>If-then Statement</vt:lpstr>
      <vt:lpstr>Break</vt:lpstr>
      <vt:lpstr>Parallel</vt:lpstr>
      <vt:lpstr>Ref</vt:lpstr>
      <vt:lpstr>PowerPoint Presentation</vt:lpstr>
      <vt:lpstr>PowerPoint Presentation</vt:lpstr>
      <vt:lpstr>Communication Diagram</vt:lpstr>
      <vt:lpstr>PowerPoint Presentation</vt:lpstr>
      <vt:lpstr>How to draw Interaction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19</cp:revision>
  <dcterms:created xsi:type="dcterms:W3CDTF">2025-05-10T10:23:53Z</dcterms:created>
  <dcterms:modified xsi:type="dcterms:W3CDTF">2025-11-17T04:50:07Z</dcterms:modified>
</cp:coreProperties>
</file>